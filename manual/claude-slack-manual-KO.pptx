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8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401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update: 2026-05-31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연동 매뉴얼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끝까지 — Step by Step 가이드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2560320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App 설정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4572000"/>
            <a:ext cx="2560320" cy="12801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8328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 서버 설치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572000"/>
            <a:ext cx="2560320" cy="12801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 연동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2560" y="4572000"/>
            <a:ext cx="2560320" cy="1280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05256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관리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구조 이해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어떻게 동작하는지 파악하세요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11887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(사용자)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46888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 서버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468880" cy="11887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05256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→ API 직접 호출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→ 세션 연결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94960" cy="301752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모드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API 직접 호출
• 봇이 답변 지시대로 실제 작업 수행:
   파일 읽기/쓰기, git, 셸 명령
• 단발성 에이전트 작업에 적합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94960" cy="301752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모드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서버의 임의의 tmux pane에 연결
• Claude Code의 권한 요청을 자동
   감지 + Slack 버튼으로 응답
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30분 정기 모니터링 리포트 자동 발송
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장시간 작업 모니터링에 적합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사전 준비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반드시 확인하세요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서버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등 Linux 환경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 WSL 도 가능)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--version 으로 확인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없으면 다음 슬라이드 참고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210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2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및 로그인 완료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claude 실행 확인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Keys → Create Key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4805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워크스페이스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056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 필요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설치 권한 있어야 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3210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5256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 파일 3개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2104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/ package.json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(토큰 저장용)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0-1 — Node.js 18 설치 (없는 경우)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node --version 이 v18+ 이면 건너뛰세요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현재 버전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버전이 낮거나 없으면 아래 명령어 실행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Node.js 18 다운로드 및 설치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https://nodejs.org/dist/v18.20.4/node-v18.20.4-linux-x64.tar.xz -o node18.tar.xz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-xf node18.tar.xz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PATH=$PWD/node-v18.20.4-linux-x64/bin:$PATH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영구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PATH=/실제경로/node-v18.20.4-linux-x64/bin:$PATH' &gt;&gt; ~/.bashrc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확인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v18.20.4 출력되면 성공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export PATH 는 현재 터미널에만 적용됩니다. ~/.bashrc 에 영구 등록해야 재접속 후에도 유지됩니다.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Slack 앱 만들기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api.slack.com/apps 에서 진행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api.slack.com/apps 접속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App 클릭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선택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 입력 (예: Claude Code)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사용할 워크스페이스 선택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 클릭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280160"/>
            <a:ext cx="4480560" cy="4389120"/>
          </a:xfrm>
          <a:prstGeom prst="rect">
            <a:avLst/>
          </a:prstGeom>
          <a:solidFill>
            <a:srgbClr val="F0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사항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18745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앱 이름은 나중에 변경 가능
• 워크스페이스 관리자 권한 필요
• 한 번 만든 앱은 다른 워크스페이스
   에서 재사용 불가 — 신중히 선택
• 무료 플랜 워크스페이스도 가능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Socket Mode 켜기 &amp; App Token 발급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서버 URL 없이 연결 가능하게 하는 설정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사이드바 → Socket Mode 클릭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Socket Mode 토글 → 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Name 입력 (아무 이름이나 가능)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클릭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xapp-... 토큰 복사 → 안전한 곳에 저장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이것이 SLACK_APP_TOKEN 입니다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1188720"/>
            <a:ext cx="4480560" cy="23774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발급되는 토큰 예시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1783080"/>
            <a:ext cx="41148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635240" y="18745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xapp-1-ABCDEFGH12345-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XXXXXXXXXXXXXXXXXXXX-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YYYYYYYYYYYYYYYYYYYY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749040"/>
            <a:ext cx="4480560" cy="21031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중요!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42976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토큰은 한 번만 표시됩니다.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반드시 복사해서 메모장에 저장하세요.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창을 닫으면 다시 볼 수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Bot Token Scopes 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&amp; Permissions 에서 설정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사이드바 → OAuth &amp; Permissions → Scopes → Bot Token Scopes → Add an OAuth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추가할 스코프 6개: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chat:write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channels:history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groups:history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im:history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mpim:history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스코프 추가 후 반드시 [Install to Workspace] 또는 [Reinstall to Workspace] 를 클릭해야 반영됩니다.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슬래시 명령어 등록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→ Create New Command (각각 등록)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사이드바 → Slash Commands → Create New Command    |    Request URL: https://example.com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918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79552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4904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직접 호출 — Claude가 파일/셸/git 작업 수행 (에이전트)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29184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3063240"/>
            <a:ext cx="79552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0" y="3063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 세션에 연결 (선택적으로 session:window.pane 지정)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/tmux-disconnect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384048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840480" y="38404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중단 (tmux 세션 자체는 서버에서 계속 실행됨)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329184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4617720"/>
            <a:ext cx="79552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40480" y="46177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 tmux pane에 키 입력 전송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39496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/tmux-status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49040" y="539496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840480" y="53949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tmux 화면 캡처 후 Slack 전송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 — Event Subscriptions + Bot Token 발급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 댓글 인식을 위해 반드시 필요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Event Subscriptions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Event Subscriptions 클릭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Events → 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Request URL: https://example.com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Subscribe to bot events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Add Bot User Event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4 개 이벤트 추가 (아래 참고)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Save Changes 클릭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message.channels   message.groups   message.im   message.mpim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521208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Bot Token 발급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OAuth &amp; Permissions 클릭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 to Workspace 클릭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허용 클릭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xoxb-... 토큰 복사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안전한 곳에 저장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→ 이것이 SLACK_BOT_TOKEN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4572000"/>
            <a:ext cx="521208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37960" y="4663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xoxb-XXXXXXXXXXXX-XXXXXXXXXXXX-XXXXXXXXXXXXXXXXXXXXXXXX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서버에 봇 설치하기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터미널에서 진행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폴더 생성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~/claude-slack/src &amp;&amp; cd ~/claude-slack/src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파일 3개 배치 (src/ 폴더 안에)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봇 메인 코드 (매뉴얼과 함께 제공됨)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라이브러리 목록 (다음 슬라이드 참고)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토큰 저장 파일 (다음 슬라이드 참고)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라이브러리 설치 (src/ 안에서 실행)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~/claude-slack/src &amp;&amp; npm install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설치 완료 확인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5989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84 packages, and audited 85 packages in 6s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0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7-1 — package.json &amp; .env 파일 생성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아래 명령어를 그대로 실행하세요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생성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cat &gt; 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&lt;&lt; 'EOF'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"name": "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-slack-bridge",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"version": "1.0.0",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"private": true,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"type": "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commonjs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"engines": { "node": "&gt;=18" },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"scripts": {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"start": "node 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"dependencies": {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"@anthropic-ai/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"^0.96.0",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"@slack/bolt": "^4.7.2",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</a:t>
            </a:r>
            <a:r>
              <a:rPr lang="en-US" altLang="ko-KR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"^16.4.5",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"node-cron": "^4.2.1"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r>
              <a:rPr lang="en-US" altLang="ko-KR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altLang="ko-KR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파일 생성 (토큰 입력)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5029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SLACK_BOT_TOKEN=xoxb-여기에붙여넣기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SLACK_APP_TOKEN=xapp-여기에붙여넣기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ANTHROPIC_API_KEY=sk-ant-여기에붙여넣기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파일에는 실제 토큰을 입력하세요. ANTHROPIC_API_KEY 는 console.anthropic.com → API Keys 에서 발급.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&amp; 9 — 봇 실행 + 채널 초대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실행 방법 + Slack 채널에 봇 추가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577840" cy="411480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 — 기본 실행 (테스트용)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~/claude-slack/src &amp;&amp; npm start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시 아래처럼 출력됩니다: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21208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↔ Slack running!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Now connected to Slack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577840" cy="411480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B — 자동 재시작 (권장)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1874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봇 전용 tmux 세션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new-session -s slack-bot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자동 재시작 루프로 실행 (--prefix 에 src/ 포함!)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true;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npm start --prefix ~/claude-slack/src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sleep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Slack 채널에 봇 초대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897880"/>
            <a:ext cx="54864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5989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/invite @Claude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5943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사용할 Slack 채널에서 실행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여기까지 완료하면 Slack 에서 /claude, /tmux-connect 등 명령어를 사용할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30분 정기 모니터링 설정 (선택 사항)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가 30분마다 작업 요약을 파일에 쓰도록 설정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에 "30분마다 작업 요약을 /home/jwyang/30-min-report.txt 에 써" 라는 rule 을 설정하면, 봇이 이 파일의 변경을 감지해서 자동으로 Slack 알림을 보냅니다. 장시간 작업 모니터링에 유용합니다.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봇은 백그라운드에서 30분마다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/home/jwyang/30-min-report.txt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의 mtime 을 확인
2. mtime 이 변경되었으면 (= 파일이 새로 쓰였으면) 파일 내용을 Slack 스레드로 발송
3.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가 활성 상태일 때만 발송됨 (연결된 스레드 안에)
4. 봇 시작 직후 baseline mtime 기록 → 기존 리포트 재발송 방지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rule 예시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 에 추가할 rule 예시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30분마다 지금까지 한 작업 요약을 /home/jwyang/30-min-report.txt 에 덮어써.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리포트는 시간, 완료된 task, 진행 중인 task, 다음 30분 계획을 포함.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파일 경로는 index.js 의 MONITORING_REPORT_FILE 상수로 정의됨. 다른 경로를 쓰려면 거기서 수정.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1 — /claude 명령어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직접 호출 — 파일 읽기/쓰기/git 작업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&lt;작업 내용&gt;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/path/to/project 코드 리뷰해줘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/path/to/file.py 버그 수정하고 main 에 push 해줘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/path/to/repo README.md 업데이트하고 push 해줘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후 스레드에서 이어서 작업 가능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작업 완료 시 </a:t>
            </a: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 Task] [Exit Session]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버튼이 나타납니다.
• 스레드에 댓글 달면 같은 대화 맥락으로 이어서 작업 가능합니다.
• 경로를 명시하면 해당 파일/디렉토리를 자동으로 읽어 컨텍스트에 포함합니다.
• 디폴트 모델: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claude-opus-4-7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(index.js 의 MODEL 상수에서 변경 가능)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2 — /tmux-connect 세션 연결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서버의 tmux pane에 연결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서버 터미널에서 세션 번호 확인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출력 예시: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0: Claude Code    # 1: 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연결할 세션 번호를 기억하세요 (예: 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Slack 채널에서 연결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64008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 0  또는  /tmux-connect 0:0.1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4564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선택적으로 session:window.pane 지정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후 자동으로 처리되는 이벤트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요청 자동 감지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가 승인 요청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버튼으로 옵션 표시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2900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파싱 실패 경고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파싱 실패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"Could not parse options"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경고와 함께 Yes/No 표시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미응답 리마인더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요청 미응답 5 분 경과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동일한 버튼 1회만 재전송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8972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 정기 모니터링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8972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/home/jwyang/30-min-report.txt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시 자동으로 내용 전송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3 — tmux 스레드 내 명령어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 스레드 안에서 댓글로 제어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은 스레드 안에서 슬래시 명령어를 지원하지 않습니다. 아래 텍스트를 댓글로 입력하세요.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1089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 댓글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58521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18320" y="1783080"/>
            <a:ext cx="22860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4183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tmux-status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0" y="22402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터미널 화면 캡처 → Slack 전송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224028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64040" y="2240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1089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017520"/>
            <a:ext cx="58521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0" y="3017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Code의 /status 결과 캡처 (커맨드 이전의 tmux 최근 출력도 함께 포함됨)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18320" y="3017520"/>
            <a:ext cx="2286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464040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&lt;질문&gt;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379476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0" y="37947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에 stateless 질문 (터미널 맥락 미포함, 파일/셸 실행 없음)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379476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64040" y="3794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recursion 이 뭐야?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31089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572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/ tab / ctrl-c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66160" y="4572000"/>
            <a:ext cx="58521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0" y="45720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특수키 전송 (예: /status 모달 닫기, 명령 중단)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18320" y="4572000"/>
            <a:ext cx="2286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64040" y="4572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53492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외 텍스트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534924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657600" y="5349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 pane으로 그대로 전달 (거기서 돌아가는 것에 명령). 여러 줄 입력도 지원.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418320" y="534924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464040" y="5349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요약해줘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4 — 권한 요청 버튼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가 명령 실행 전 승인 요청 시 자동 알림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가 새 명령 실행 전 승인 요청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봇이 터미널 출력에서 패턴 감지 (3 초마다)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에 권한 요청 알림 + 버튼 전송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시 해당 옵션 번호를 tmux 로 전송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분 미응답 시 리마인더 1회 전송 (그 후 동일 prompt 에는 알림 안 옴)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6858000" cy="2651760"/>
          </a:xfrm>
          <a:prstGeom prst="rect">
            <a:avLst/>
          </a:prstGeom>
          <a:solidFill>
            <a:srgbClr val="F8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 is requesting permission: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649224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you want to proceed?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1. Yes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2. 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64592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5486400"/>
            <a:ext cx="320040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37744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Yes, don't ask again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5486400"/>
            <a:ext cx="146304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66928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버튼 클릭 시 tmux 로 전달됩니다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3931920"/>
            <a:ext cx="4297680" cy="26517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724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파싱 실패 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0" y="44348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버튼이 </a:t>
            </a: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Yes / 2. No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로 나타납니다.
"Could not parse options" 경고가 같이 표시됨.
</a:t>
            </a: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특히 </a:t>
            </a: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[y/N]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같은 단순 프롬프트는 fallback 이 잘못된 응답을 보낼 수 있으니 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직접 확인 권장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5 — 30분 정기 모니터링 리포트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장시간 작업의 진행 상황을 30분마다 Slack 으로 자동 발송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539496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30분마다 작업 요약을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/home/jwyang/30-min-report.txt 에 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 (백그라운드)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30분마다 파일의 mtime 체크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(파일이 갱신되었는지 확인)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 (감지 시)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532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그대로 읽어서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스레드에 발송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188720"/>
            <a:ext cx="5303520" cy="5394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파일 mtime 기반 감지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화면 텍스트가 아니라 파일 변경을 보므로
  안정적. 화면에 노이즈가 있어도 영향 없음.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/tmux-connect 한 경우에만 발송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연결된 스레드 안에서만 동작.
  /tmux-disconnect 후엔 자동 중단.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봇 재시작 시 중복 발송 없음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부팅 시점 mtime 을 baseline 으로 저장.
  이전 리포트는 재전송되지 않음.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긴 리포트 자동 분할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Slack 메시지 크기 제한(~3000자)을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넘으면 자동으로 여러 메시지로 나눠 발송.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— 자주 발생하는 문제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생기면 여기를 확인하세요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find module '@anthropic-ai/sdk'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npm install 누락 또는 잘못된 폴더에서 실행됨    →    해결: src/ 안에서 npm install 실행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error code ENOENT (package.json not found)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--prefix 경로에 src/ 가 빠짐    →    해결: npm start --prefix ~/claude-slack/src 처럼 src/ 포함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Unhandled event 'server explicit disconnect'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ko-KR" sz="1100" dirty="0"/>
              <a:t xml:space="preserve">원인: </a:t>
            </a:r>
            <a:r>
              <a:rPr lang="ko-KR" altLang="ko-KR" sz="1100" dirty="0" err="1"/>
              <a:t>bolt</a:t>
            </a:r>
            <a:r>
              <a:rPr lang="ko-KR" altLang="ko-KR" sz="1100" dirty="0"/>
              <a:t xml:space="preserve"> 3.21.x 버그 또는 동일 </a:t>
            </a:r>
            <a:r>
              <a:rPr lang="ko-KR" altLang="ko-KR" sz="1100" dirty="0" err="1"/>
              <a:t>App</a:t>
            </a:r>
            <a:r>
              <a:rPr lang="ko-KR" altLang="ko-KR" sz="1100" dirty="0"/>
              <a:t xml:space="preserve"> </a:t>
            </a:r>
            <a:r>
              <a:rPr lang="ko-KR" altLang="ko-KR" sz="1100" dirty="0" err="1"/>
              <a:t>Token으로</a:t>
            </a:r>
            <a:r>
              <a:rPr lang="ko-KR" altLang="ko-KR" sz="1100" dirty="0"/>
              <a:t xml:space="preserve"> 다중 인스턴스 실행 </a:t>
            </a:r>
            <a:r>
              <a:rPr lang="en-US" altLang="ko-KR" sz="1100" dirty="0"/>
              <a:t>-&gt;</a:t>
            </a:r>
            <a:r>
              <a:rPr lang="ko-KR" altLang="en-US" sz="1100" dirty="0"/>
              <a:t xml:space="preserve"> </a:t>
            </a:r>
            <a:r>
              <a:rPr lang="ko-KR" altLang="ko-KR" sz="1100" dirty="0"/>
              <a:t xml:space="preserve">해결: ① </a:t>
            </a:r>
            <a:r>
              <a:rPr lang="ko-KR" altLang="ko-KR" sz="1100" dirty="0" err="1"/>
              <a:t>npm</a:t>
            </a:r>
            <a:r>
              <a:rPr lang="ko-KR" altLang="ko-KR" sz="1100" dirty="0"/>
              <a:t xml:space="preserve"> </a:t>
            </a:r>
            <a:r>
              <a:rPr lang="ko-KR" altLang="ko-KR" sz="1100" dirty="0" err="1"/>
              <a:t>install</a:t>
            </a:r>
            <a:r>
              <a:rPr lang="ko-KR" altLang="ko-KR" sz="1100" dirty="0"/>
              <a:t xml:space="preserve"> @</a:t>
            </a:r>
            <a:r>
              <a:rPr lang="ko-KR" altLang="ko-KR" sz="1100" dirty="0" err="1"/>
              <a:t>slack</a:t>
            </a:r>
            <a:r>
              <a:rPr lang="ko-KR" altLang="ko-KR" sz="1100" dirty="0"/>
              <a:t>/</a:t>
            </a:r>
            <a:r>
              <a:rPr lang="ko-KR" altLang="ko-KR" sz="1100" dirty="0" err="1"/>
              <a:t>bolt</a:t>
            </a:r>
            <a:r>
              <a:rPr lang="ko-KR" altLang="ko-KR" sz="1100" dirty="0"/>
              <a:t xml:space="preserve">@^4 ② </a:t>
            </a:r>
            <a:r>
              <a:rPr lang="ko-KR" altLang="ko-KR" sz="1100" dirty="0" err="1"/>
              <a:t>pgrep</a:t>
            </a:r>
            <a:r>
              <a:rPr lang="ko-KR" altLang="ko-KR" sz="1100" dirty="0"/>
              <a:t xml:space="preserve"> -</a:t>
            </a:r>
            <a:r>
              <a:rPr lang="ko-KR" altLang="ko-KR" sz="1100" dirty="0" err="1"/>
              <a:t>af</a:t>
            </a:r>
            <a:r>
              <a:rPr lang="ko-KR" altLang="ko-KR" sz="1100" dirty="0"/>
              <a:t xml:space="preserve"> "</a:t>
            </a:r>
            <a:r>
              <a:rPr lang="ko-KR" altLang="ko-KR" sz="1100" dirty="0" err="1"/>
              <a:t>node</a:t>
            </a:r>
            <a:r>
              <a:rPr lang="ko-KR" altLang="ko-KR" sz="1100" dirty="0"/>
              <a:t>.*</a:t>
            </a:r>
            <a:r>
              <a:rPr lang="ko-KR" altLang="ko-KR" sz="1100" dirty="0" err="1"/>
              <a:t>index</a:t>
            </a:r>
            <a:r>
              <a:rPr lang="ko-KR" altLang="ko-KR" sz="1100" dirty="0"/>
              <a:t>\.</a:t>
            </a:r>
            <a:r>
              <a:rPr lang="ko-KR" altLang="ko-KR" sz="1100" dirty="0" err="1"/>
              <a:t>js</a:t>
            </a:r>
            <a:r>
              <a:rPr lang="ko-KR" altLang="ko-KR" sz="1100" dirty="0"/>
              <a:t xml:space="preserve">" → </a:t>
            </a:r>
            <a:r>
              <a:rPr lang="ko-KR" altLang="ko-KR" sz="1100" dirty="0" err="1"/>
              <a:t>pkill</a:t>
            </a:r>
            <a:r>
              <a:rPr lang="ko-KR" altLang="ko-KR" sz="1100" dirty="0"/>
              <a:t xml:space="preserve"> -</a:t>
            </a:r>
            <a:r>
              <a:rPr lang="ko-KR" altLang="ko-KR" sz="1100" dirty="0" err="1"/>
              <a:t>f</a:t>
            </a:r>
            <a:r>
              <a:rPr lang="ko-KR" altLang="ko-KR" sz="1100" dirty="0"/>
              <a:t xml:space="preserve"> "</a:t>
            </a:r>
            <a:r>
              <a:rPr lang="ko-KR" altLang="ko-KR" sz="1100" dirty="0" err="1"/>
              <a:t>node</a:t>
            </a:r>
            <a:r>
              <a:rPr lang="ko-KR" altLang="ko-KR" sz="1100" dirty="0"/>
              <a:t xml:space="preserve"> </a:t>
            </a:r>
            <a:r>
              <a:rPr lang="ko-KR" altLang="ko-KR" sz="1100" dirty="0" err="1"/>
              <a:t>index.js</a:t>
            </a:r>
            <a:r>
              <a:rPr lang="ko-KR" altLang="ko-KR" sz="1100" dirty="0"/>
              <a:t>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 후 tmux-status 화면이 비어있음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tmux 세션 번호가 잘못됨 또는 pane 지정 필요    →    해결: tmux list-panes -a 로 확인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권한 요청 알림이 안 옴 / 이상한 알림이 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패턴 매칭 한계 또는 응답 완료된 prompt 가 화면에 남음    →    해결: /tmux-disconnect 후 재연결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 모니터링 알림이 안 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/tmux-connect 안 됨, 또는 Claude Code rule 이 파일을 쓰지 않음    →    해결: /tmux-connect 다시 + 파일 mtime 확인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줄 메시지 전송 시 tmux 에서 submit 안 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claude-code paste UI 가 첫 Enter 를 close 로 소비    →    해결: 최신 index.js 사용 (Enter 2회 자동 발송)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체크리스트 — A to 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순서대로 완료하면 사용 가능합니다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09728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설치 확인 (node --version)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9047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49047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로그인 확인 (claude 실행)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188366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188366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api.slack.com/apps 에서 앱 생성 (From scratch)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27685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27685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Mode 켜기 + SLACK_APP_TOKEN (xapp-) 발급 및 저장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67004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67004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Token Scopes 6개 추가 (chat:write 등)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06324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슬래시 명령어 5개 등록 (/claude, /tmux-connect 등)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56432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45643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345643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Subscriptions 4개 추가 (message.channels / .groups / .im / .mpim)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9624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384962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384962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384962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 Workspace + SLACK_BOT_TOKEN (xoxb-) 저장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42816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424281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24281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20240" y="424281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~/claude-slack/src/ 폴더 생성 후 index.js, package.json, .env 배치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636008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7200" y="4636008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463600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20240" y="463600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에 토큰 3개 입력 (BOT_TOKEN, APP_TOKEN, API_KEY)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57200" y="502920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57200" y="502920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920240" y="502920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~/claude-slack/src &amp;&amp; npm install 실행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5422392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57200" y="542239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57200" y="542239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920240" y="542239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재시작 루프로 npm start --prefix ~/claude-slack/src 실행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5815584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57200" y="581558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57200" y="581558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920240" y="581558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채널에서 /invite @Claude Code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6208776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57200" y="620877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57200" y="620877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920240" y="620877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(선택) Claude Code 에 30분 정기 모니터링 rule 추가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완료!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Slack 에서 Claude Code 를 완전히 제어할 수 있습니다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484632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설정 완료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2743200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읽기 · 쓰기 · git push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4114800"/>
            <a:ext cx="2743200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3756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세션 모니터링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114800"/>
            <a:ext cx="2743200" cy="1645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권한 요청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감지 + 원클릭 버튼 응답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4114800"/>
            <a:ext cx="2743200" cy="1645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09828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 모니터링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8972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리포트 자동 발송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시 슬라이드 19 (트러블슈팅) 참고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6 — 매일 명언 자동 발송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3회(07/13/19 KST) 명언을 #quote 채널로 자동 전송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539496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스케줄러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07:00 / 13:00 / 19:00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(KST) 에 자동 실행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명언 추출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셔플된 풀에서 다음 명언 1개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(풀 소진 전까지 중복 없음)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#quote 채널로 전송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532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명언 메시지를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#quote 채널에 게시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188720"/>
            <a:ext cx="5303520" cy="5394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1년 내 중복 없음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셔플된 풀을 순서대로 소진하므로
  한 바퀴(1년 이상) 동안 같은 명언이 안 나옴.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재시작에도 순서 유지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전송마다 진행 위치를 파일에 저장.
  크래시·재배포 후에도 이어서 진행.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출처 검증된 명언 풀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quotes.json (1540개, 중복 제거) 사용.
  공개 데이터셋 기반이라 저자 오기 없음.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간단한 설정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#quote 채널 생성 후 봇 초대,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채널 ID 입력, npm install node-cron.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2708</Words>
  <Application>Microsoft Macintosh PowerPoint</Application>
  <PresentationFormat>와이드스크린</PresentationFormat>
  <Paragraphs>393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+ Slack 연동 매뉴얼</dc:title>
  <dc:subject>PptxGenJS Presentation</dc:subject>
  <dc:creator>PptxGenJS</dc:creator>
  <cp:lastModifiedBy>양지원</cp:lastModifiedBy>
  <cp:revision>5</cp:revision>
  <dcterms:created xsi:type="dcterms:W3CDTF">2026-05-16T23:36:31Z</dcterms:created>
  <dcterms:modified xsi:type="dcterms:W3CDTF">2026-05-19T01:13:17Z</dcterms:modified>
</cp:coreProperties>
</file>