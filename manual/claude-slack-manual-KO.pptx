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978"/>
    <p:restoredTop sz="94610"/>
  </p:normalViewPr>
  <p:slideViewPr>
    <p:cSldViewPr snapToGrid="0" snapToObjects="1">
      <p:cViewPr varScale="1">
        <p:scale>
          <a:sx n="162" d="100"/>
          <a:sy n="162" d="100"/>
        </p:scale>
        <p:origin x="6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64014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274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update: 2026-05-16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Slack 연동 매뉴얼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처음부터 끝까지 — Step by Step 가이드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572000"/>
            <a:ext cx="2560320" cy="128016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App 설정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83280" y="4572000"/>
            <a:ext cx="2560320" cy="128016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338328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서버 설치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217920" y="4572000"/>
            <a:ext cx="2560320" cy="128016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21792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연동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052560" y="4572000"/>
            <a:ext cx="2560320" cy="1280160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9052560" y="4572000"/>
            <a:ext cx="25603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관리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구조 이해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먼저 어떻게 동작하는지 파악하세요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2468880" cy="11887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
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(사용자)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01752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2468880" cy="118872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38328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
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서버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85216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2468880" cy="11887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21792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
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686800" y="1691640"/>
            <a:ext cx="365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555555"/>
                </a:solidFill>
              </a:rPr>
              <a:t>→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9052560" y="1371600"/>
            <a:ext cx="2468880" cy="1188720"/>
          </a:xfrm>
          <a:prstGeom prst="rect">
            <a:avLst/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9052560" y="1371600"/>
            <a:ext cx="2468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
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→ API 직접 호출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2743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→ 세션 연결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383280"/>
            <a:ext cx="5394960" cy="301752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31520" y="3520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/claude 모드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9319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Anthropic API 직접 호출
• 봇이 답변 지시대로 실제 작업 수행:
   파일 읽기/쓰기, git, 셸 명령
• 단발성 에이전트 작업에 적합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17920" y="3383280"/>
            <a:ext cx="5394960" cy="301752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0" y="3520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/tmux-connect 모드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00800" y="3931920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서버의 임의의 tmux pane에 연결
• Claude Code의 권한 요청을 자동
   감지 + Slack 버튼으로 응답
</a:t>
            </a:r>
            <a:r>
              <a:rPr lang="en-US" sz="13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30분 정기 모니터링 리포트 자동 발송
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장시간 작업 모니터링에 적합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 — 사전 준비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시작 전 반드시 확인하세요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64008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37160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서버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Ubuntu 등 Linux 환경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 WSL 도 가능)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9768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48056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48056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21208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48056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--version 으로 확인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없으면 다음 슬라이드 참고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28016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321040" y="14630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321040" y="14630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052560" y="14630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214884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 및 로그인 완료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터미널에서 claude 실행 확인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4008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008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7160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키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008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console.anthropic.com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API Keys → Create Key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29768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48056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48056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21208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워크스페이스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48056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권한 필요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설치 권한 있어야 함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840480"/>
            <a:ext cx="3657600" cy="228600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8321040" y="40233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8321040" y="40233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052560" y="4023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파일 3개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321040" y="4709160"/>
            <a:ext cx="3383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index.js / package.json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(토큰 저장용)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0-1 — Node.js 18 설치 (없는 경우)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 node --version 이 v18+ 이면 건너뛰세요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현재 버전 확인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버전이 낮거나 없으면 아래 명령어 실행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651760"/>
            <a:ext cx="11247120" cy="219456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94360" y="274320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Node.js 18 다운로드 및 설치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https://nodejs.org/dist/v18.20.4/node-v18.20.4-linux-x64.tar.xz -o node18.tar.xz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 -xf node18.tar.xz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PATH=$PWD/node-v18.20.4-linux-x64/bin:$PATH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영구 적용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 'export PATH=/실제경로/node-v18.20.4-linux-x64/bin:$PATH' &gt;&gt; ~/.bashrc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~/.bashrc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50292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확인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544068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94360" y="55321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 --version   # v18.20.4 출력되면 성공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612648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export PATH 는 현재 터미널에만 적용됩니다. ~/.bashrc 에 영구 등록해야 재접속 후에도 유지됩니다.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Slack 앱 만들기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api.slack.com/apps 에서 진행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12801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2801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api.slack.com/apps 접속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0116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App 클릭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48640" y="2743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743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scratch 선택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347472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34747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347472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Name 입력 (예: Claude Code)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48640" y="42062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42062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사용할 워크스페이스 선택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548640" cy="54864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80160" y="493776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 클릭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315200" y="1280160"/>
            <a:ext cx="4480560" cy="4389120"/>
          </a:xfrm>
          <a:prstGeom prst="rect">
            <a:avLst/>
          </a:prstGeom>
          <a:solidFill>
            <a:srgbClr val="F0F8FF"/>
          </a:solidFill>
          <a:ln w="12700">
            <a:solidFill>
              <a:srgbClr val="B0D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498080" y="14173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참고 사항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498080" y="1874520"/>
            <a:ext cx="42062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앱 이름은 나중에 변경 가능
• 워크스페이스 관리자 권한 필요
• 한 번 만든 앱은 다른 워크스페이스
   에서 재사용 불가 — 신중히 선택
• 무료 플랜 워크스페이스도 가능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Socket Mode 켜기 &amp; App Token 발급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서버 URL 없이 연결 가능하게 하는 설정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188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사이드바 → Socket Mode 클릭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7830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Socket Mode 토글 → ON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377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Name 입력 (아무 이름이나 가능)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971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클릭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566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xapp-... 토큰 복사 → 안전한 곳에 저장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97280" y="42062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이것이 SLACK_APP_TOKEN 입니다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0" y="1188720"/>
            <a:ext cx="4480560" cy="23774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7498080" y="128016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발급되는 토큰 예시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98080" y="1783080"/>
            <a:ext cx="411480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635240" y="1874520"/>
            <a:ext cx="38404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xapp-1-ABCDEFGH12345-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XXXXXXXXXXXXXXXXXXXX-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YYYYYYYYYYYYYYYYYYYY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315200" y="3749040"/>
            <a:ext cx="4480560" cy="21031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7498080" y="388620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중요!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498080" y="4297680"/>
            <a:ext cx="42062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토큰은 한 번만 표시됩니다.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반드시 복사해서 메모장에 저장하세요.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창을 닫으면 다시 볼 수 없습니다.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Bot Token Scopes 추가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 &amp; Permissions 에서 설정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사이드바 → OAuth &amp; Permissions → Scopes → Bot Token Scopes → Add an OAuth Scope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추가할 스코프 6개: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chat:write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38912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38912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229600" y="246888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229600" y="24688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channels:history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4864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groups:history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8912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38912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im:history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229600" y="3566160"/>
            <a:ext cx="3657600" cy="8229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8229600" y="356616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mpim:history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57200" y="5120640"/>
            <a:ext cx="11247120" cy="64008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48640" y="52120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스코프 추가 후 반드시 [Install to Workspace] 또는 [Reinstall to Workspace] 를 클릭해야 반영됩니다.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슬래시 명령어 등록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 → Create New Command (각각 등록)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왼쪽 사이드바 → Slash Commands → Create New Command    |    Request URL: https://example.com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3291840" cy="5486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749040" y="1737360"/>
            <a:ext cx="7955280" cy="54864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749040" y="173736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Description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749040" y="228600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840480" y="228600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직접 호출 — Claude가 파일/셸/git 작업 수행 (에이전트)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329184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306324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49040" y="3063240"/>
            <a:ext cx="795528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3840480" y="306324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세션에 연결 (선택적으로 session:window.pane 지정)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/tmux-disconnect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749040" y="384048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840480" y="384048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 중단 (tmux 세션 자체는 서버에서 계속 실행됨)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617720"/>
            <a:ext cx="329184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57200" y="461772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749040" y="4617720"/>
            <a:ext cx="795528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3840480" y="461772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연결된 tmux pane에 키 입력 전송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5394960"/>
            <a:ext cx="329184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57200" y="539496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/tmux-status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749040" y="5394960"/>
            <a:ext cx="795528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3840480" y="5394960"/>
            <a:ext cx="7772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tmux 화면 캡처 후 Slack 전송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&amp; 6 — Event Subscriptions + Bot Token 발급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스레드 댓글 인식을 위해 반드시 필요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577840" cy="521208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Event Subscriptions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Event Subscriptions 클릭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1945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Enable Events → 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603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Request URL: https://example.com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92608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Subscribe to bot events →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Add Bot User Event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4 개 이벤트 추가 (아래 참고)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Save Changes 클릭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029200"/>
            <a:ext cx="52120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5212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message.channels   message.groups   message.im   message.mpim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5577840" cy="521208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0" y="1280160"/>
            <a:ext cx="5212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Bot Token 발급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400800" y="18288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OAuth &amp; Permissions 클릭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00800" y="22402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Install to Workspace 클릭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265176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허용 클릭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0" y="30632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xoxb-... 토큰 복사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47472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안전한 곳에 저장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0" y="388620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→ 이것이 SLACK_BOT_TOKEN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0" y="4572000"/>
            <a:ext cx="521208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537960" y="466344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xoxb-XXXXXXXXXXXX-XXXXXXXXXXXX-XXXXXXXXXXXXXXXXXXXXXXXX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— 서버에 봇 설치하기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 터미널에서 진행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폴더 생성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-p ~/claude-slack/src &amp;&amp; cd ~/claude-slack/src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파일 3개 배치 (src/ 폴더 안에)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index.js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01752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봇 메인 코드 (매뉴얼과 함께 제공됨)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01752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라이브러리 목록 (다음 슬라이드 참고)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1752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토큰 저장 파일 (다음 슬라이드 참고)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4434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라이브러리 설치 (src/ 안에서 실행)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594360" y="4937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~/claude-slack/src &amp;&amp; npm install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설치 완료 확인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94360" y="598932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added 84 packages, and audited 85 packages in 6s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found 0 vulnerabilities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7-1 — package.json &amp; .env 파일 생성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터미널에서 아래 명령어를 그대로 실행하세요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package.json 생성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27432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 &gt; </a:t>
            </a:r>
            <a:r>
              <a:rPr lang="en-US" altLang="ko-KR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package.json</a:t>
            </a:r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&lt;&lt; 'EOF'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"name": "</a:t>
            </a:r>
            <a:r>
              <a:rPr lang="en-US" altLang="ko-KR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-slack-bridge",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"version": "1.0.0",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"private": true,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"type": "</a:t>
            </a:r>
            <a:r>
              <a:rPr lang="en-US" altLang="ko-KR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commonjs</a:t>
            </a:r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"engines": { "node": "&gt;=18" },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"scripts": {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"start": "node </a:t>
            </a:r>
            <a:r>
              <a:rPr lang="en-US" altLang="ko-KR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index.js</a:t>
            </a:r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},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"dependencies": {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"@anthropic-ai/</a:t>
            </a:r>
            <a:r>
              <a:rPr lang="en-US" altLang="ko-KR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</a:t>
            </a:r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"^0.96.0",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"@slack/bolt": "^4.7.2",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</a:t>
            </a:r>
            <a:r>
              <a:rPr lang="en-US" altLang="ko-KR" sz="900" dirty="0" err="1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dotenv</a:t>
            </a:r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": "^16.4.5"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</a:p>
          <a:p>
            <a:r>
              <a:rPr lang="en-US" altLang="ko-KR" sz="9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EOF</a:t>
            </a:r>
            <a:endParaRPr lang="en-US" altLang="ko-KR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45262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파일 생성 (토큰 입력)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94360" y="50292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SLACK_BOT_TOKEN=xoxb-여기에붙여넣기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SLACK_APP_TOKEN=xapp-여기에붙여넣기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ANTHROPIC_API_KEY=sk-ant-여기에붙여넣기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파일에는 실제 토큰을 입력하세요. ANTHROPIC_API_KEY 는 console.anthropic.com → API Keys 에서 발급.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&amp; 9 — 봇 실행 + 채널 초대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가지 실행 방법 + Slack 채널에 봇 추가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577840" cy="411480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A — 기본 실행 (테스트용)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5212080" cy="54864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77240" y="18745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~/claude-slack/src &amp;&amp; npm start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성공 시 아래처럼 출력됩니다: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880360"/>
            <a:ext cx="521208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77240" y="2971800"/>
            <a:ext cx="4937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↔ Slack running!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[INFO] Now connected to Slack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188720"/>
            <a:ext cx="5577840" cy="411480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400800" y="13258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 B — 자동 재시작 (권장)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0" y="1783080"/>
            <a:ext cx="5212080" cy="3383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537960" y="187452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봇 전용 tmux 세션 생성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new-session -s slack-bot</a:t>
            </a:r>
            <a:endParaRPr lang="en-US" sz="1100" dirty="0"/>
          </a:p>
          <a:p>
            <a:pPr marL="0" indent="0">
              <a:buNone/>
            </a:pP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자동 재시작 루프로 실행 (--prefix 에 src/ 포함!)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true; do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npm start --prefix ~/claude-slack/src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sleep 5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54864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— Slack 채널에 봇 초대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5897880"/>
            <a:ext cx="5486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94360" y="5989320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/invite @Claude Code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126480" y="5943600"/>
            <a:ext cx="5669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사용할 Slack 채널에서 실행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6492240"/>
            <a:ext cx="11247120" cy="32004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48640" y="651052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여기까지 완료하면 Slack 에서 /claude, /tmux-connect 등 명령어를 사용할 수 있습니다.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— 30분 정기 모니터링 설정 (선택 사항)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30분마다 작업 요약을 파일에 쓰도록 설정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solidFill>
            <a:srgbClr val="F0F8FF"/>
          </a:solidFill>
          <a:ln w="12700">
            <a:solidFill>
              <a:srgbClr val="B0D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에 "30분마다 작업 요약을 /home/jwyang/30-min-report.txt 에 써" 라는 rule 을 설정하면, 봇이 이 파일의 변경을 감지해서 자동으로 Slack 알림을 보냅니다. 장시간 작업 모니터링에 유용합니다.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 방식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88036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봇은 백그라운드에서 30분마다 </a:t>
            </a: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/home/jwyang/30-min-report.txt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의 mtime 을 확인
2. mtime 이 변경되었으면 (= 파일이 새로 쓰였으면) 파일 내용을 Slack 스레드로 발송
3. </a:t>
            </a: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가 활성 상태일 때만 발송됨 (연결된 스레드 안에)
4. 봇 시작 직후 baseline mtime 기록 → 기존 리포트 재발송 방지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rule 예시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4983480"/>
            <a:ext cx="11247120" cy="109728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94360" y="5074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 Code 에 추가할 rule 예시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30분마다 지금까지 한 작업 요약을 /home/jwyang/30-min-report.txt 에 덮어써.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각 리포트는 시간, 완료된 task, 진행 중인 task, 다음 30분 계획을 포함.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6263640"/>
            <a:ext cx="11247120" cy="502920"/>
          </a:xfrm>
          <a:prstGeom prst="rect">
            <a:avLst/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48640" y="63093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파일 경로는 index.js 의 MONITORING_REPORT_FILE 상수로 정의됨. 다른 경로를 쓰려면 거기서 수정.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1 — /claude 명령어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직접 호출 — 파일 읽기/쓰기/git 작업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사용법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&lt;작업 내용&gt;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11247120" cy="1645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/path/to/project 코드 리뷰해줘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/path/to/file.py 버그 수정하고 main 에 push 해줘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 /path/to/repo README.md 업데이트하고 push 해줘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4617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후 스레드에서 이어서 작업 가능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5029200"/>
            <a:ext cx="112471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작업 완료 시 </a:t>
            </a: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[New Task] [Exit Session]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버튼이 나타납니다.
• 스레드에 댓글 달면 같은 대화 맥락으로 이어서 작업 가능합니다.
• 경로를 명시하면 해당 파일/디렉토리를 자동으로 읽어 컨텍스트에 포함합니다.
• 디폴트 모델: </a:t>
            </a:r>
            <a:r>
              <a:rPr lang="en-US" sz="1300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claude-opus-4-7</a:t>
            </a: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(index.js 의 MODEL 상수에서 변경 가능)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2 — /tmux-connect 세션 연결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서버의 tmux pane에 연결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서버 터미널에서 세션 번호 확인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11247120" cy="9144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 ls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출력 예시: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0: Claude Code    # 1: 봇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연결할 세션 번호를 기억하세요 (예: 0)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Slack 채널에서 연결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429000"/>
            <a:ext cx="64008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61264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0  또는  /tmux-connect 0:0.1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040880" y="3456432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선택적으로 session:window.pane 지정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60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 후 자동으로 처리되는 이벤트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요청 자동 감지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승인 요청 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버튼으로 옵션 표시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3756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342900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 파싱 실패 경고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42900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 파싱 실패 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"Could not parse options"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경고와 함께 Yes/No 표시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30936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미응답 리마인더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0936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요청 미응답 5 분 경과 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동일한 버튼 1회만 재전송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98280" y="4617720"/>
            <a:ext cx="2743200" cy="201168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9189720" y="470916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30분 정기 모니터링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189720" y="5166360"/>
            <a:ext cx="25603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/home/jwyang/30-min-report.txt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시 자동으로 내용 전송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3 — tmux 스레드 내 명령어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연결된 스레드 안에서 댓글로 제어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은 스레드 안에서 슬래시 명령어를 지원하지 않습니다. 아래 텍스트를 댓글로 입력하세요.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10896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스레드 댓글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566160" y="1783080"/>
            <a:ext cx="585216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3566160" y="1783080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418320" y="1783080"/>
            <a:ext cx="2286000" cy="4572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9418320" y="17830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02920" y="224028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tmux-status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66160" y="224028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657600" y="224028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현재 터미널 화면 캡처 → Slack 전송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418320" y="224028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464040" y="224028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017520"/>
            <a:ext cx="31089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02920" y="301752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566160" y="3017520"/>
            <a:ext cx="58521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657600" y="301752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Code의 /status 결과 캡처 (커맨드 이전의 tmux 최근 출력도 함께 포함됨)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418320" y="3017520"/>
            <a:ext cx="228600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9464040" y="301752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02920" y="379476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&lt;질문&gt;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566160" y="379476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3657600" y="379476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API 에 stateless 질문 (터미널 맥락 미포함, 파일/셸 실행 없음)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418320" y="379476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9464040" y="379476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 recursion 이 뭐야?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572000"/>
            <a:ext cx="31089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502920" y="457200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 / tab / ctrl-c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66160" y="4572000"/>
            <a:ext cx="585216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3657600" y="457200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특수키 전송 (예: /status 모달 닫기, 명령 중단)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418320" y="4572000"/>
            <a:ext cx="2286000" cy="777240"/>
          </a:xfrm>
          <a:prstGeom prst="rect">
            <a:avLst/>
          </a:prstGeom>
          <a:solidFill>
            <a:srgbClr val="F0F0F0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9464040" y="457200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349240"/>
            <a:ext cx="31089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02920" y="5349240"/>
            <a:ext cx="30175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 외 텍스트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566160" y="5349240"/>
            <a:ext cx="585216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3657600" y="5349240"/>
            <a:ext cx="5760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tmux pane으로 그대로 전달 (거기서 돌아가는 것에 명령). 여러 줄 입력도 지원.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418320" y="5349240"/>
            <a:ext cx="2286000" cy="77724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9464040" y="5349240"/>
            <a:ext cx="21945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실험 결과 요약해줘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4 — 권한 요청 버튼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명령 실행 전 승인 요청 시 자동 알림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188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가 새 명령 실행 전 승인 요청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97280" y="16916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봇이 터미널 출력에서 패턴 감지 (3 초마다)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457200" y="21945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97280" y="2194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에 권한 요청 알림 + 버튼 전송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69748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2697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6974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버튼 클릭 시 해당 옵션 번호를 tmux 로 전송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57200" y="3200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972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분 미응답 시 리마인더 1회 전송 (그 후 동일 prompt 에는 알림 안 옴)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6858000" cy="2651760"/>
          </a:xfrm>
          <a:prstGeom prst="rect">
            <a:avLst/>
          </a:prstGeom>
          <a:solidFill>
            <a:srgbClr val="F8F8FF"/>
          </a:solidFill>
          <a:ln w="12700">
            <a:solidFill>
              <a:srgbClr val="B0D0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" y="40233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Claude is requesting permission: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40080" y="4434840"/>
            <a:ext cx="6492240" cy="914400"/>
          </a:xfrm>
          <a:prstGeom prst="rect">
            <a:avLst/>
          </a:prstGeom>
          <a:solidFill>
            <a:srgbClr val="F4F4F4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77240" y="4526280"/>
            <a:ext cx="6217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you want to proceed?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1. Yes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22222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2. No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486400"/>
            <a:ext cx="164592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0080" y="5486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Yes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77440" y="5486400"/>
            <a:ext cx="3200400" cy="45720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377440" y="548640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Yes, don't ask again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0" y="5486400"/>
            <a:ext cx="1463040" cy="457200"/>
          </a:xfrm>
          <a:prstGeom prst="rect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669280" y="548640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0080" y="608076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버튼 클릭 시 tmux 로 전달됩니다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589520" y="3931920"/>
            <a:ext cx="4297680" cy="2651760"/>
          </a:xfrm>
          <a:prstGeom prst="rect">
            <a:avLst/>
          </a:prstGeom>
          <a:solidFill>
            <a:srgbClr val="FFF8F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7772400" y="402336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옵션 파싱 실패 시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772400" y="4434840"/>
            <a:ext cx="39319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버튼이 </a:t>
            </a:r>
            <a:r>
              <a:rPr lang="en-US" sz="1100" b="1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Yes / 2. No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로 나타납니다.
"Could not parse options" 경고가 같이 표시됨.
</a:t>
            </a:r>
            <a:r>
              <a:rPr lang="en-US" sz="1100" b="1" dirty="0">
                <a:solidFill>
                  <a:srgbClr val="B7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특히 </a:t>
            </a:r>
            <a:r>
              <a:rPr lang="en-US" sz="1100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[y/N]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같은 단순 프롬프트는 fallback 이 잘못된 응답을 보낼 수 있으니 </a:t>
            </a: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터미널에서 직접 확인 권장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기능 5 — 30분 정기 모니터링 리포트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장시간 작업의 진행 상황을 30분마다 Slack 으로 자동 발송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5943600" cy="5394960"/>
          </a:xfrm>
          <a:prstGeom prst="rect">
            <a:avLst/>
          </a:prstGeom>
          <a:solidFill>
            <a:srgbClr val="F8F8FF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 흐름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71600" y="224028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30분마다 작업 요약을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/home/jwyang/30-min-report.txt 에 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71600" y="347472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(백그라운드)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88620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30분마다 파일의 mtime 체크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(파일이 갱신되었는지 확인)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731520" y="5120640"/>
            <a:ext cx="457200" cy="457200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31520" y="5120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71600" y="51206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봇 (감지 시)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5532120"/>
            <a:ext cx="48463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내용을 그대로 읽어서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스레드에 발송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583680" y="1188720"/>
            <a:ext cx="5303520" cy="5394960"/>
          </a:xfrm>
          <a:prstGeom prst="rect">
            <a:avLst/>
          </a:prstGeom>
          <a:solidFill>
            <a:srgbClr val="FAFAFA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766560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특징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766560" y="1737360"/>
            <a:ext cx="4937760" cy="4754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파일 mtime 기반 감지
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화면 텍스트가 아니라 파일 변경을 보므로
  안정적. 화면에 노이즈가 있어도 영향 없음.
</a:t>
            </a: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/tmux-connect 한 경우에만 발송
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연결된 스레드 안에서만 동작.
  /tmux-disconnect 후엔 자동 중단.
</a:t>
            </a: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봇 재시작 시 중복 발송 없음
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부팅 시점 mtime 을 baseline 으로 저장.
  이전 리포트는 재전송되지 않음.
</a:t>
            </a: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긴 리포트 자동 분할
</a:t>
            </a: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Slack 메시지 크기 제한(~3000자)을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넘으면 자동으로 여러 메시지로 나눠 발송.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— 자주 발생하는 문제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문제가 생기면 여기를 확인하세요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Cannot find module '@anthropic-ai/sdk'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npm install 누락 또는 잘못된 폴더에서 실행됨    →    해결: src/ 안에서 npm install 실행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error code ENOENT (package.json not found)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--prefix 경로에 src/ 가 빠짐    →    해결: npm start --prefix ~/claude-slack/src 처럼 src/ 포함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Unhandled event 'server explicit disconnect'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30632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ko-KR" sz="1100" dirty="0"/>
              <a:t>원인: </a:t>
            </a:r>
            <a:r>
              <a:rPr lang="ko-KR" altLang="ko-KR" sz="1100" dirty="0" err="1"/>
              <a:t>bolt</a:t>
            </a:r>
            <a:r>
              <a:rPr lang="ko-KR" altLang="ko-KR" sz="1100" dirty="0"/>
              <a:t> 3.21.x 버그 또는 동일 </a:t>
            </a:r>
            <a:r>
              <a:rPr lang="ko-KR" altLang="ko-KR" sz="1100" dirty="0" err="1"/>
              <a:t>App</a:t>
            </a:r>
            <a:r>
              <a:rPr lang="ko-KR" altLang="ko-KR" sz="1100" dirty="0"/>
              <a:t> </a:t>
            </a:r>
            <a:r>
              <a:rPr lang="ko-KR" altLang="ko-KR" sz="1100" dirty="0" err="1"/>
              <a:t>Token으로</a:t>
            </a:r>
            <a:r>
              <a:rPr lang="ko-KR" altLang="ko-KR" sz="1100" dirty="0"/>
              <a:t> 다중 인스턴스 실행 </a:t>
            </a:r>
            <a:r>
              <a:rPr lang="en-US" altLang="ko-KR" sz="1100" dirty="0"/>
              <a:t>-&gt;</a:t>
            </a:r>
            <a:r>
              <a:rPr lang="ko-KR" altLang="en-US" sz="1100" dirty="0"/>
              <a:t> </a:t>
            </a:r>
            <a:r>
              <a:rPr lang="ko-KR" altLang="ko-KR" sz="1100" dirty="0"/>
              <a:t>해결: ① </a:t>
            </a:r>
            <a:r>
              <a:rPr lang="ko-KR" altLang="ko-KR" sz="1100" dirty="0" err="1"/>
              <a:t>npm</a:t>
            </a:r>
            <a:r>
              <a:rPr lang="ko-KR" altLang="ko-KR" sz="1100" dirty="0"/>
              <a:t> </a:t>
            </a:r>
            <a:r>
              <a:rPr lang="ko-KR" altLang="ko-KR" sz="1100" dirty="0" err="1"/>
              <a:t>install</a:t>
            </a:r>
            <a:r>
              <a:rPr lang="ko-KR" altLang="ko-KR" sz="1100" dirty="0"/>
              <a:t> @</a:t>
            </a:r>
            <a:r>
              <a:rPr lang="ko-KR" altLang="ko-KR" sz="1100" dirty="0" err="1"/>
              <a:t>slack</a:t>
            </a:r>
            <a:r>
              <a:rPr lang="ko-KR" altLang="ko-KR" sz="1100" dirty="0"/>
              <a:t>/</a:t>
            </a:r>
            <a:r>
              <a:rPr lang="ko-KR" altLang="ko-KR" sz="1100" dirty="0" err="1"/>
              <a:t>bolt</a:t>
            </a:r>
            <a:r>
              <a:rPr lang="ko-KR" altLang="ko-KR" sz="1100" dirty="0"/>
              <a:t>@^4 ② </a:t>
            </a:r>
            <a:r>
              <a:rPr lang="ko-KR" altLang="ko-KR" sz="1100" dirty="0" err="1"/>
              <a:t>pgrep</a:t>
            </a:r>
            <a:r>
              <a:rPr lang="ko-KR" altLang="ko-KR" sz="1100" dirty="0"/>
              <a:t> -</a:t>
            </a:r>
            <a:r>
              <a:rPr lang="ko-KR" altLang="ko-KR" sz="1100" dirty="0" err="1"/>
              <a:t>af</a:t>
            </a:r>
            <a:r>
              <a:rPr lang="ko-KR" altLang="ko-KR" sz="1100" dirty="0"/>
              <a:t> "</a:t>
            </a:r>
            <a:r>
              <a:rPr lang="ko-KR" altLang="ko-KR" sz="1100" dirty="0" err="1"/>
              <a:t>node</a:t>
            </a:r>
            <a:r>
              <a:rPr lang="ko-KR" altLang="ko-KR" sz="1100" dirty="0"/>
              <a:t>.*</a:t>
            </a:r>
            <a:r>
              <a:rPr lang="ko-KR" altLang="ko-KR" sz="1100" dirty="0" err="1"/>
              <a:t>index</a:t>
            </a:r>
            <a:r>
              <a:rPr lang="ko-KR" altLang="ko-KR" sz="1100" dirty="0"/>
              <a:t>\.</a:t>
            </a:r>
            <a:r>
              <a:rPr lang="ko-KR" altLang="ko-KR" sz="1100" dirty="0" err="1"/>
              <a:t>js</a:t>
            </a:r>
            <a:r>
              <a:rPr lang="ko-KR" altLang="ko-KR" sz="1100" dirty="0"/>
              <a:t>" → </a:t>
            </a:r>
            <a:r>
              <a:rPr lang="ko-KR" altLang="ko-KR" sz="1100" dirty="0" err="1"/>
              <a:t>pkill</a:t>
            </a:r>
            <a:r>
              <a:rPr lang="ko-KR" altLang="ko-KR" sz="1100" dirty="0"/>
              <a:t> -</a:t>
            </a:r>
            <a:r>
              <a:rPr lang="ko-KR" altLang="ko-KR" sz="1100" dirty="0" err="1"/>
              <a:t>f</a:t>
            </a:r>
            <a:r>
              <a:rPr lang="ko-KR" altLang="ko-KR" sz="1100" dirty="0"/>
              <a:t> "</a:t>
            </a:r>
            <a:r>
              <a:rPr lang="ko-KR" altLang="ko-KR" sz="1100" dirty="0" err="1"/>
              <a:t>node</a:t>
            </a:r>
            <a:r>
              <a:rPr lang="ko-KR" altLang="ko-KR" sz="1100" dirty="0"/>
              <a:t> </a:t>
            </a:r>
            <a:r>
              <a:rPr lang="ko-KR" altLang="ko-KR" sz="1100" dirty="0" err="1"/>
              <a:t>index.js</a:t>
            </a:r>
            <a:r>
              <a:rPr lang="ko-KR" altLang="ko-KR" sz="1100" dirty="0"/>
              <a:t>"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52044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 후 tmux-status 화면이 비어있음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tmux 세션 번호가 잘못됨 또는 pane 지정 필요    →    해결: tmux list-panes -a 로 확인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42976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권한 요청 알림이 안 옴 / 이상한 알림이 옴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617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패턴 매칭 한계 또는 응답 완료된 prompt 가 화면에 남음    →    해결: /tmux-disconnect 후 재연결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50749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30분 모니터링 알림이 안 옴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3949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/tmux-connect 안 됨, 또는 Claude Code rule 이 파일을 쓰지 않음    →    해결: /tmux-connect 다시 + 파일 mtime 확인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71C1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여러 줄 메시지 전송 시 tmux 에서 submit 안 됨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61722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원인: claude-code paste UI 가 첫 Enter 를 close 로 소비    →    해결: 최신 index.js 사용 (Enter 2회 자동 발송)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체크리스트 — A to Z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5029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순서대로 완료하면 사용 가능합니다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920240" y="109728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18+ 설치 확인 (node --version)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90472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149047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457200" y="149047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920240" y="149047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로그인 확인 (claude 실행)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883664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57200" y="188366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57200" y="188366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920240" y="188366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api.slack.com/apps 에서 앱 생성 (From scratch)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276856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227685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57200" y="227685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920240" y="227685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Socket Mode 켜기 + SLACK_APP_TOKEN (xapp-) 발급 및 저장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70048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457200" y="2670048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57200" y="2670048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920240" y="2670048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Token Scopes 6개 추가 (chat:write 등)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063240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57200" y="306324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57200" y="306324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920240" y="306324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슬래시 명령어 5개 등록 (/claude, /tmux-connect 등)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456432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57200" y="345643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57200" y="345643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920240" y="345643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Subscriptions 4개 추가 (message.channels / .groups / .im / .mpim)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3849624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457200" y="384962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457200" y="384962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920240" y="384962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to Workspace + SLACK_BOT_TOKEN (xoxb-) 저장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4242816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57200" y="424281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457200" y="424281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920240" y="424281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서버에 ~/claude-slack/src/ 폴더 생성 후 index.js, package.json, .env 배치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" y="4636008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457200" y="4636008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457200" y="4636008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920240" y="4636008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.env 에 토큰 3개 입력 (BOT_TOKEN, APP_TOKEN, API_KEY)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5029200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457200" y="5029200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457200" y="5029200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920240" y="5029200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~/claude-slack/src &amp;&amp; npm install 실행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57200" y="5422392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457200" y="5422392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457200" y="5422392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1920240" y="5422392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재시작 루프로 npm start --prefix ~/claude-slack/src 실행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7200" y="5815584"/>
            <a:ext cx="11247120" cy="393192"/>
          </a:xfrm>
          <a:prstGeom prst="rect">
            <a:avLst/>
          </a:prstGeom>
          <a:solidFill>
            <a:srgbClr val="FFFFFF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457200" y="5815584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457200" y="5815584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920240" y="5815584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채널에서 /invite @Claude Code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57200" y="6208776"/>
            <a:ext cx="11247120" cy="393192"/>
          </a:xfrm>
          <a:prstGeom prst="rect">
            <a:avLst/>
          </a:prstGeom>
          <a:solidFill>
            <a:srgbClr val="FAFAFA"/>
          </a:solidFill>
          <a:ln w="1270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457200" y="6208776"/>
            <a:ext cx="1280160" cy="393192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457200" y="6208776"/>
            <a:ext cx="12801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1920240" y="6208776"/>
            <a:ext cx="960120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(선택) Claude Code 에 30분 정기 모니터링 rule 추가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설정 완료!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이제 Slack 에서 Claude Code 를 완전히 제어할 수 있습니다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0" y="3108960"/>
            <a:ext cx="4846320" cy="548640"/>
          </a:xfrm>
          <a:prstGeom prst="rect">
            <a:avLst/>
          </a:prstGeom>
          <a:solidFill>
            <a:srgbClr val="4CAF50"/>
          </a:solidFill>
          <a:ln w="12700">
            <a:solidFill>
              <a:srgbClr val="4CAF5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3657600" y="310896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설정 완료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2743200" cy="1645920"/>
          </a:xfrm>
          <a:prstGeom prst="rect">
            <a:avLst/>
          </a:prstGeom>
          <a:solidFill>
            <a:srgbClr val="1E40AF"/>
          </a:solidFill>
          <a:ln w="1270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45720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/claude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읽기 · 쓰기 · git push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4114800"/>
            <a:ext cx="2743200" cy="16459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333756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/tmux-connect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42900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세션 모니터링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4114800"/>
            <a:ext cx="2743200" cy="1645920"/>
          </a:xfrm>
          <a:prstGeom prst="rect">
            <a:avLst/>
          </a:prstGeom>
          <a:solidFill>
            <a:srgbClr val="065F46"/>
          </a:solidFill>
          <a:ln w="12700">
            <a:solidFill>
              <a:srgbClr val="065F4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21792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권한 요청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30936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감지 + 원클릭 버튼 응답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98280" y="4114800"/>
            <a:ext cx="2743200" cy="1645920"/>
          </a:xfrm>
          <a:prstGeom prst="rect">
            <a:avLst/>
          </a:prstGeom>
          <a:solidFill>
            <a:srgbClr val="7C2D12"/>
          </a:solidFill>
          <a:ln w="12700">
            <a:solidFill>
              <a:srgbClr val="7C2D1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9098280" y="42976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30분 모니터링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89720" y="4892040"/>
            <a:ext cx="2560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리포트 자동 발송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발생 시 슬라이드 19 (트러블슈팅) 참고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2708</Words>
  <Application>Microsoft Macintosh PowerPoint</Application>
  <PresentationFormat>와이드스크린</PresentationFormat>
  <Paragraphs>393</Paragraphs>
  <Slides>21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5" baseType="lpstr"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+ Slack 연동 매뉴얼</dc:title>
  <dc:subject>PptxGenJS Presentation</dc:subject>
  <dc:creator>PptxGenJS</dc:creator>
  <cp:lastModifiedBy>양지원</cp:lastModifiedBy>
  <cp:revision>5</cp:revision>
  <dcterms:created xsi:type="dcterms:W3CDTF">2026-05-16T23:36:31Z</dcterms:created>
  <dcterms:modified xsi:type="dcterms:W3CDTF">2026-05-19T01:13:17Z</dcterms:modified>
</cp:coreProperties>
</file>