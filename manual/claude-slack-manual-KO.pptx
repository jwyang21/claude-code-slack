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hNDpkaZRHUvK8laSMQZoZ5Y/jf+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24" Type="http://customschemas.google.com/relationships/presentationmetadata" Target="metadata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2" name="Google Shape;2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2" name="Google Shape;31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" name="Google Shape;35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" name="Google Shape;39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8" name="Google Shape;468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5" name="Google Shape;545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0" y="27432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3A3A3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A3A3A3"/>
                </a:solidFill>
                <a:latin typeface="Calibri"/>
                <a:ea typeface="Calibri"/>
                <a:cs typeface="Calibri"/>
                <a:sym typeface="Calibri"/>
              </a:rPr>
              <a:t>Last update: 2026-04-24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40080" y="1371600"/>
            <a:ext cx="7315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5400"/>
              <a:buFont typeface="Calibri"/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Claude Code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40080" y="214884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3200"/>
              <a:buFont typeface="Calibri"/>
              <a:buNone/>
            </a:pPr>
            <a:r>
              <a:rPr b="0" i="0" lang="en-US" sz="3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+ Slack 연동 매뉴얼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p1"/>
          <p:cNvCxnSpPr/>
          <p:nvPr/>
        </p:nvCxnSpPr>
        <p:spPr>
          <a:xfrm>
            <a:off x="640080" y="2880360"/>
            <a:ext cx="4114800" cy="0"/>
          </a:xfrm>
          <a:prstGeom prst="straightConnector1">
            <a:avLst/>
          </a:prstGeom>
          <a:noFill/>
          <a:ln cap="flat" cmpd="sng" w="1905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" name="Google Shape;21;p1"/>
          <p:cNvSpPr/>
          <p:nvPr/>
        </p:nvSpPr>
        <p:spPr>
          <a:xfrm>
            <a:off x="640080" y="3017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처음부터 끝까지 — Step by Step 가이드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Slack App 설정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봇 서버 설치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tmux 연동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권한 관리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전체 구조 이해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먼저 어떻게 동작하는지 파악하세요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8" name="Google Shape;38;p2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2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Slack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(사용자)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Node.js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봇 서버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Anthropic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API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tmux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pane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" name="Google Shape;47;p2"/>
          <p:cNvCxnSpPr/>
          <p:nvPr/>
        </p:nvCxnSpPr>
        <p:spPr>
          <a:xfrm>
            <a:off x="2103120" y="1874520"/>
            <a:ext cx="1645920" cy="0"/>
          </a:xfrm>
          <a:prstGeom prst="straightConnector1">
            <a:avLst/>
          </a:prstGeom>
          <a:noFill/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" name="Google Shape;48;p2"/>
          <p:cNvSpPr/>
          <p:nvPr/>
        </p:nvSpPr>
        <p:spPr>
          <a:xfrm>
            <a:off x="2103120" y="1572768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명령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5440680" y="1325880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/claude → API 직접 호출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5440680" y="213360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/tmux-connect → 세션 연결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457200" y="3063240"/>
            <a:ext cx="3931920" cy="1828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594360" y="320040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/claude 모드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594360" y="3566160"/>
            <a:ext cx="3749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Anthropic API 직접 호출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봇이 답변 지시대로 실제 작업 수행: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파일 읽기/쓰기, git, 셸 명령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단발성 에이전트 작업에 적합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4572000" y="3063240"/>
            <a:ext cx="4114800" cy="1828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4709160" y="320040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/tmux-connect 모드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4709160" y="3566160"/>
            <a:ext cx="39319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서버의 임의의 tmux pane에 연결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Claude Code의 권한 요청을 자동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감지 + Slack 버튼으로 응답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장시간 작업 모니터링에 적합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" name="Google Shape;57;p2"/>
          <p:cNvCxnSpPr/>
          <p:nvPr/>
        </p:nvCxnSpPr>
        <p:spPr>
          <a:xfrm>
            <a:off x="5395080" y="1565096"/>
            <a:ext cx="1645800" cy="0"/>
          </a:xfrm>
          <a:prstGeom prst="straightConnector1">
            <a:avLst/>
          </a:prstGeom>
          <a:noFill/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" name="Google Shape;58;p2"/>
          <p:cNvCxnSpPr/>
          <p:nvPr/>
        </p:nvCxnSpPr>
        <p:spPr>
          <a:xfrm>
            <a:off x="5403351" y="2103120"/>
            <a:ext cx="1628100" cy="3000"/>
          </a:xfrm>
          <a:prstGeom prst="straightConnector1">
            <a:avLst/>
          </a:prstGeom>
          <a:noFill/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0 — 사전 준비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시작 전 반드시 확인하세요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7" name="Google Shape;67;p3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" name="Google Shape;68;p3"/>
          <p:cNvSpPr/>
          <p:nvPr/>
        </p:nvSpPr>
        <p:spPr>
          <a:xfrm>
            <a:off x="457200" y="13258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640080" y="15087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640080" y="15087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51560" y="15270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Linux 서버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640080" y="20116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Ubuntu 등 Linux 환경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(Windows WSL 도 가능)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3246120" y="13258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3429000" y="15087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3429000" y="15087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840480" y="15270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Node.js 18+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429000" y="20116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node --version 으로 확인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없으면 다음 슬라이드 참고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6035040" y="13258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6217920" y="15087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6217920" y="15087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6629400" y="15270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Claude Code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6217920" y="20116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설치 및 로그인 완료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터미널에서 claude 실행 확인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457200" y="31546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640080" y="33375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3"/>
          <p:cNvSpPr/>
          <p:nvPr/>
        </p:nvSpPr>
        <p:spPr>
          <a:xfrm>
            <a:off x="640080" y="33375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1051560" y="33558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Anthropic API 키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640080" y="38404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console.anthropic.com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→ API Keys → Create Key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3246120" y="31546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3429000" y="33375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3429000" y="33375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3840480" y="33558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Slack 워크스페이스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3429000" y="38404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관리자 권한 필요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앱 설치 권한 있어야 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6035040" y="31546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6217920" y="33375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6217920" y="33375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6629400" y="33558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봇 파일 3개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6217920" y="38404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index.js / package.json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.env (토큰 저장용)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0-1 — Node.js 18 설치 (없는 경우)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이미 node --version 이 v18+ 이면 건너뛰세요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6" name="Google Shape;106;p4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" name="Google Shape;107;p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1.  현재 버전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node --version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2.  버전이 낮거나 없으면 아래 명령어 실행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457200" y="2377440"/>
            <a:ext cx="8229600" cy="141732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548640" y="2450592"/>
            <a:ext cx="8046720" cy="1271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Node.js 18 다운로드 및 설치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curl -fsSL https://nodejs.org/dist/v18.20.4/node-v18.20.4-linux-x64.tar.xz -o node18.tar.xz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tar -xf node18.tar.xz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export PATH=$PWD/node-v18.20.4-linux-x64/bin:$PATH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영구 적용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echo 'export PATH=/실제경로/node-v18.20.4-linux-x64/bin:$PATH' &gt;&gt; ~/.bashrc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source ~/.bashrc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3. 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548640" y="4325112"/>
            <a:ext cx="804672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node --version   # v18.20.4 출력되면 성공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solidFill>
            <a:srgbClr val="FFF5F5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594360" y="4709160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⚠  export PATH 는 현재 터미널에만 적용됩니다. ~/.bashrc 에 영구 등록해야 재접속 후에도 유지됩니다.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1 — Slack 앱 만들기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api.slack.com/apps 에서 진행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" name="Google Shape;126;p5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5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1005840" y="128016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api.slack.com/apps 접속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1005840" y="1673352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Create New App 클릭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548640" y="2066544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548640" y="206654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1005840" y="2066544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From scratch 선택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548640" y="2459736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548640" y="245973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1005840" y="2459736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App Name 입력 (예: Claude Code)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548640" y="2852928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548640" y="2852928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1005840" y="285292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사용할 워크스페이스 선택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548640" y="324612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548640" y="32461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005840" y="324612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Create App 클릭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5"/>
          <p:cNvSpPr/>
          <p:nvPr/>
        </p:nvSpPr>
        <p:spPr>
          <a:xfrm>
            <a:off x="5440680" y="141732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참고 사항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5440680" y="1783080"/>
            <a:ext cx="310896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앱 이름은 나중에 변경 가능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워크스페이스 관리자 권한 필요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한 번 만든 앱은 다른 워크스페이스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에서 재사용 불가 — 신중히 선택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무료 플랜 워크스페이스도 가능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2 — Socket Mode 켜기 &amp; App Token 발급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외부 서버 URL 없이 연결 가능하게 하는 설정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6" name="Google Shape;156;p6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" name="Google Shape;157;p6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1005840" y="128016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왼쪽 사이드바 → Socket Mode 클릭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548640" y="1719072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6"/>
          <p:cNvSpPr/>
          <p:nvPr/>
        </p:nvSpPr>
        <p:spPr>
          <a:xfrm>
            <a:off x="548640" y="1719072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1005840" y="1719072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Enable Socket Mode 토글 → 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548640" y="2157984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6"/>
          <p:cNvSpPr/>
          <p:nvPr/>
        </p:nvSpPr>
        <p:spPr>
          <a:xfrm>
            <a:off x="548640" y="21579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1005840" y="2157984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Token Name 입력 (아무 이름이나 가능)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548640" y="2596896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"/>
          <p:cNvSpPr/>
          <p:nvPr/>
        </p:nvSpPr>
        <p:spPr>
          <a:xfrm>
            <a:off x="548640" y="25968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1005840" y="2596896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Generate 클릭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548640" y="3035808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6"/>
          <p:cNvSpPr/>
          <p:nvPr/>
        </p:nvSpPr>
        <p:spPr>
          <a:xfrm>
            <a:off x="548640" y="3035808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1005840" y="303580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xapp-... 토큰 복사 → 안전한 곳에 저장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1005840" y="3273552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→ 이것이 SLACK_APP_TOKEN 입니다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5303520" y="1280160"/>
            <a:ext cx="3383280" cy="1463040"/>
          </a:xfrm>
          <a:prstGeom prst="rect">
            <a:avLst/>
          </a:prstGeom>
          <a:solidFill>
            <a:srgbClr val="F5F5F5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6"/>
          <p:cNvSpPr/>
          <p:nvPr/>
        </p:nvSpPr>
        <p:spPr>
          <a:xfrm>
            <a:off x="5440680" y="137160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발급되는 토큰 예시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5440680" y="1691640"/>
            <a:ext cx="3108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xapp-1-ABCDEFGH12345-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XXXXXXXXXXXXXXXXXXXX-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YYYYYYYYYYYYYYYYYYYY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5303520" y="2926080"/>
            <a:ext cx="3383280" cy="1737360"/>
          </a:xfrm>
          <a:prstGeom prst="rect">
            <a:avLst/>
          </a:prstGeom>
          <a:solidFill>
            <a:srgbClr val="FFF5F5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"/>
          <p:cNvSpPr/>
          <p:nvPr/>
        </p:nvSpPr>
        <p:spPr>
          <a:xfrm>
            <a:off x="5440680" y="301752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⚠  중요!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5440680" y="3337560"/>
            <a:ext cx="31089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이 토큰은 한 번만 표시됩니다.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지금 반드시 복사해서 메모장에 저장하세요.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창을 닫으면 다시 볼 수 없습니다.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3 — Bot Token Scopes 추가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OAuth &amp; Permissions 에서 설정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7" name="Google Shape;187;p7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" name="Google Shape;188;p7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"/>
          <p:cNvSpPr/>
          <p:nvPr/>
        </p:nvSpPr>
        <p:spPr>
          <a:xfrm>
            <a:off x="594360" y="128016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왼쪽 사이드바 → OAuth &amp; Permissions → Scopes → Bot Token Scopes → Add an OAuth Scope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추가할 스코프 6개: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7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chat:write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7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commands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7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channels:history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groups:history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7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im:history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7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mpim:history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FFF5F5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7"/>
          <p:cNvSpPr/>
          <p:nvPr/>
        </p:nvSpPr>
        <p:spPr>
          <a:xfrm>
            <a:off x="594360" y="42062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⚠  스코프 추가 후 반드시 [Install to Workspace] 또는 [Reinstall to Workspace] 를 클릭해야 반영됩니다.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8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4 — 슬래시 명령어 등록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Slash Commands → Create New Command (각각 등록)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3" name="Google Shape;213;p8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8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594360" y="128016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왼쪽 사이드바 → Slash Commands → Create New Command    |    Request URL: https://example.com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Command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Short Description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457200" y="2377440"/>
            <a:ext cx="292608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8"/>
          <p:cNvSpPr/>
          <p:nvPr/>
        </p:nvSpPr>
        <p:spPr>
          <a:xfrm>
            <a:off x="594360" y="237744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3383280" y="2377440"/>
            <a:ext cx="53035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3520440" y="2377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API 직접 호출 — Claude가 파일/셸/git 작업 수행 (에이전트)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457200" y="2834640"/>
            <a:ext cx="2926080" cy="45720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8"/>
          <p:cNvSpPr/>
          <p:nvPr/>
        </p:nvSpPr>
        <p:spPr>
          <a:xfrm>
            <a:off x="594360" y="283464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/tmux-connect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3383280" y="2834640"/>
            <a:ext cx="5303520" cy="45720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8"/>
          <p:cNvSpPr/>
          <p:nvPr/>
        </p:nvSpPr>
        <p:spPr>
          <a:xfrm>
            <a:off x="3520440" y="28346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tmux 세션에 연결 (선택적으로 session:window.pane 지정)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457200" y="3291840"/>
            <a:ext cx="292608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8"/>
          <p:cNvSpPr/>
          <p:nvPr/>
        </p:nvSpPr>
        <p:spPr>
          <a:xfrm>
            <a:off x="594360" y="329184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/tmux-disconnect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3383280" y="3291840"/>
            <a:ext cx="53035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8"/>
          <p:cNvSpPr/>
          <p:nvPr/>
        </p:nvSpPr>
        <p:spPr>
          <a:xfrm>
            <a:off x="3520440" y="32918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모니터링 중단 (tmux 세션 자체는 서버에서 계속 실행됨)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457200" y="3749040"/>
            <a:ext cx="2926080" cy="45720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8"/>
          <p:cNvSpPr/>
          <p:nvPr/>
        </p:nvSpPr>
        <p:spPr>
          <a:xfrm>
            <a:off x="594360" y="374904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3383280" y="3749040"/>
            <a:ext cx="5303520" cy="45720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8"/>
          <p:cNvSpPr/>
          <p:nvPr/>
        </p:nvSpPr>
        <p:spPr>
          <a:xfrm>
            <a:off x="3520440" y="37490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연결된 tmux pane에 키 입력 전송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457200" y="4206240"/>
            <a:ext cx="292608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8"/>
          <p:cNvSpPr/>
          <p:nvPr/>
        </p:nvSpPr>
        <p:spPr>
          <a:xfrm>
            <a:off x="594360" y="420624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/tmux-status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3383280" y="4206240"/>
            <a:ext cx="53035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8"/>
          <p:cNvSpPr/>
          <p:nvPr/>
        </p:nvSpPr>
        <p:spPr>
          <a:xfrm>
            <a:off x="3520440" y="4206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현재 tmux 화면 캡처 후 Slack 전송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5 &amp; 6 — Event Subscriptions + Bot Token 발급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스레드 댓글 인식을 위해 반드시 필요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8" name="Google Shape;248;p9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9" name="Google Shape;249;p9"/>
          <p:cNvSpPr/>
          <p:nvPr/>
        </p:nvSpPr>
        <p:spPr>
          <a:xfrm>
            <a:off x="457200" y="1280160"/>
            <a:ext cx="402336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594360" y="141732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5 — Event Subscriptions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594360" y="17830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1.  Event Subscriptions 클릭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594360" y="219456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2.  Enable Events → 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594360" y="26060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3.  Request URL: https://example.com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594360" y="301752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4.  Subscribe to bot events →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 Add Bot User Event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594360" y="342900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5.  4 개 이벤트 추가 (아래 참고)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594360" y="38404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6.  Save Changes 클릭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457200" y="4754880"/>
            <a:ext cx="4023360" cy="365760"/>
          </a:xfrm>
          <a:prstGeom prst="rect">
            <a:avLst/>
          </a:prstGeom>
          <a:solidFill>
            <a:srgbClr val="F5F5F5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594360" y="4754880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message.channels   message.groups   message.im   message.mpim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4800600" y="141732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6 — Bot Token 발급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4800600" y="17830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1.  OAuth &amp; Permissions 클릭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4800600" y="219456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2.  Install to Workspace 클릭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4800600" y="26060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3.  허용 클릭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4800600" y="301752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4.  xoxb-... 토큰 복사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4800600" y="342900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5.  안전한 곳에 저장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800600" y="38404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6.  → 이것이 SLACK_BOT_TOKEN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4663440" y="4754880"/>
            <a:ext cx="4023360" cy="365760"/>
          </a:xfrm>
          <a:prstGeom prst="rect">
            <a:avLst/>
          </a:prstGeom>
          <a:solidFill>
            <a:srgbClr val="F5F5F5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9"/>
          <p:cNvSpPr/>
          <p:nvPr/>
        </p:nvSpPr>
        <p:spPr>
          <a:xfrm>
            <a:off x="4800600" y="4754880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xoxb-XXXXXXXXXXXX-XXXXXXXXXXXX-XXXXXXXXXXXXXXXXXXXXXXXX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7 — 서버에 봇 설치하기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0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서버 터미널에서 진행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7" name="Google Shape;277;p10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8" name="Google Shape;278;p10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1.  폴더 생성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0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mkdir ~/claude-slack &amp;&amp; cd ~/claude-slack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2.  파일 3개 배치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640080" y="23774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index.js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2560320" y="237744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— 봇 메인 코드 (매뉴얼과 함께 제공됨)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package.json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2560320" y="269748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— 라이브러리 목록 (다음 슬라이드 참고)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/>
          <p:nvPr/>
        </p:nvSpPr>
        <p:spPr>
          <a:xfrm>
            <a:off x="640080" y="3017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.env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2560320" y="301752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— 토큰 저장 파일 (다음 슬라이드 참고)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3.  라이브러리 설치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548640" y="3867912"/>
            <a:ext cx="804672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npm install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4.  설치 완료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0"/>
          <p:cNvSpPr/>
          <p:nvPr/>
        </p:nvSpPr>
        <p:spPr>
          <a:xfrm>
            <a:off x="548640" y="4645152"/>
            <a:ext cx="8046720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added 217 packages, and audited 218 packages in 10s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found 0 vulnerabilities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7-1 — package.json &amp; .env 파일 생성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터미널에서 아래 명령어를 그대로 실행하세요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2" name="Google Shape;302;p11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3" name="Google Shape;303;p11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package.json 생성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1"/>
          <p:cNvSpPr/>
          <p:nvPr/>
        </p:nvSpPr>
        <p:spPr>
          <a:xfrm>
            <a:off x="457200" y="1600200"/>
            <a:ext cx="8229600" cy="20574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1"/>
          <p:cNvSpPr/>
          <p:nvPr/>
        </p:nvSpPr>
        <p:spPr>
          <a:xfrm>
            <a:off x="548640" y="1673352"/>
            <a:ext cx="8046720" cy="1911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cat &gt; package.json &lt;&lt; 'EOF'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"name": "claude-slack-bridge",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"version": "1.0.0",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"type": "commonjs",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"scripts": { "start": "node index.js" },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"dependencies": {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  "@anthropic-ai/sdk": "^0.80.0",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  "@slack/bolt": "^3.19.0",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  "dotenv": "^16.4.5"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}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EOF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.env 파일 생성 (토큰 입력)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1"/>
          <p:cNvSpPr/>
          <p:nvPr/>
        </p:nvSpPr>
        <p:spPr>
          <a:xfrm>
            <a:off x="457200" y="4069080"/>
            <a:ext cx="8229600" cy="6858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1"/>
          <p:cNvSpPr/>
          <p:nvPr/>
        </p:nvSpPr>
        <p:spPr>
          <a:xfrm>
            <a:off x="548640" y="4142232"/>
            <a:ext cx="8046720" cy="539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SLACK_BOT_TOKEN=xoxb-여기에붙여넣기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SLACK_APP_TOKEN=xapp-여기에붙여넣기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ANTHROPIC_API_KEY=sk-ant-여기에붙여넣기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.env 파일에는 실제 토큰을 입력하세요. ANTHROPIC_API_KEY 는 console.anthropic.com → API Keys 에서 발급.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2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8 &amp; 9 — 봇 실행 + 채널 초대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두 가지 실행 방법 + Slack 채널에 봇 추가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8" name="Google Shape;318;p12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12"/>
          <p:cNvSpPr/>
          <p:nvPr/>
        </p:nvSpPr>
        <p:spPr>
          <a:xfrm>
            <a:off x="457200" y="12344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방법 A — 기본 실행 (테스트용)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457200" y="1554480"/>
            <a:ext cx="3931920" cy="3657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2"/>
          <p:cNvSpPr/>
          <p:nvPr/>
        </p:nvSpPr>
        <p:spPr>
          <a:xfrm>
            <a:off x="548640" y="1627632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cd ~/claude-slack &amp;&amp; npm start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457200" y="20116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성공 시 아래처럼 출력됩니다: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457200" y="2331720"/>
            <a:ext cx="3931920" cy="64008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2"/>
          <p:cNvSpPr/>
          <p:nvPr/>
        </p:nvSpPr>
        <p:spPr>
          <a:xfrm>
            <a:off x="548640" y="2404872"/>
            <a:ext cx="3749040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Claude ↔ Slack running!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[INFO] Now connected to Slack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4754880" y="12344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방법 B — 자동 재시작 (권장)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4754880" y="1554480"/>
            <a:ext cx="3931920" cy="141732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2"/>
          <p:cNvSpPr/>
          <p:nvPr/>
        </p:nvSpPr>
        <p:spPr>
          <a:xfrm>
            <a:off x="4846320" y="1627632"/>
            <a:ext cx="3749040" cy="1271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봇 전용 tmux 세션 생성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tmux new-session -s slack-bot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자동 재시작 루프로 실행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while true; do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npm start --prefix ~/claude-slack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sleep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8" name="Google Shape;328;p12"/>
          <p:cNvCxnSpPr/>
          <p:nvPr/>
        </p:nvCxnSpPr>
        <p:spPr>
          <a:xfrm>
            <a:off x="457200" y="320040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9" name="Google Shape;329;p12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9 — Slack 채널에 봇 초대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457200" y="3749040"/>
            <a:ext cx="3931920" cy="3657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2"/>
          <p:cNvSpPr/>
          <p:nvPr/>
        </p:nvSpPr>
        <p:spPr>
          <a:xfrm>
            <a:off x="548640" y="3822192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/invite @Claude Code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4572000" y="374904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← 사용할 Slack 채널에서 실행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2"/>
          <p:cNvSpPr/>
          <p:nvPr/>
        </p:nvSpPr>
        <p:spPr>
          <a:xfrm>
            <a:off x="594360" y="443484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✓  여기까지 완료하면 Slack 에서 /claude, /tmux-connect 등 명령어를 사용할 수 있습니다.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기능 1 — /claude 명령어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Anthropic API 직접 호출 — 파일 읽기/쓰기/git 작업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3" name="Google Shape;343;p13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4" name="Google Shape;344;p1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사용법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3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3"/>
          <p:cNvSpPr/>
          <p:nvPr/>
        </p:nvSpPr>
        <p:spPr>
          <a:xfrm>
            <a:off x="548640" y="167335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 &lt;작업 내용&gt;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3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예시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3"/>
          <p:cNvSpPr/>
          <p:nvPr/>
        </p:nvSpPr>
        <p:spPr>
          <a:xfrm>
            <a:off x="548640" y="2496312"/>
            <a:ext cx="8046720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 /path/to/project 코드 리뷰해줘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 /path/to/file.py 버그 수정하고 main 에 push 해줘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 /path/to/repo README.md 업데이트하고 push 해줘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3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완료 후 스레드에서 이어서 작업 가능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3"/>
          <p:cNvSpPr/>
          <p:nvPr/>
        </p:nvSpPr>
        <p:spPr>
          <a:xfrm>
            <a:off x="594360" y="397764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3"/>
          <p:cNvSpPr/>
          <p:nvPr/>
        </p:nvSpPr>
        <p:spPr>
          <a:xfrm>
            <a:off x="822960" y="39776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작업 완료 시 [New Task] [Exit Session] 버튼이 나타납니다.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3"/>
          <p:cNvSpPr/>
          <p:nvPr/>
        </p:nvSpPr>
        <p:spPr>
          <a:xfrm>
            <a:off x="594360" y="42976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3"/>
          <p:cNvSpPr/>
          <p:nvPr/>
        </p:nvSpPr>
        <p:spPr>
          <a:xfrm>
            <a:off x="822960" y="429768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스레드에 댓글 달면 같은 대화 맥락으로 이어서 작업 가능합니다.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3"/>
          <p:cNvSpPr/>
          <p:nvPr/>
        </p:nvSpPr>
        <p:spPr>
          <a:xfrm>
            <a:off x="594360" y="461772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3"/>
          <p:cNvSpPr/>
          <p:nvPr/>
        </p:nvSpPr>
        <p:spPr>
          <a:xfrm>
            <a:off x="822960" y="46177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경로를 명시하면 해당 파일/디렉토리를 자동으로 읽어 컨텍스트에 포함합니다.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4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기능 2 — /tmux-connect 세션 연결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4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서버의 tmux pane에 연결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5" name="Google Shape;365;p14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14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1 — 서버 터미널에서 세션 번호 확인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4"/>
          <p:cNvSpPr/>
          <p:nvPr/>
        </p:nvSpPr>
        <p:spPr>
          <a:xfrm>
            <a:off x="457200" y="1554480"/>
            <a:ext cx="3840480" cy="8229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4"/>
          <p:cNvSpPr/>
          <p:nvPr/>
        </p:nvSpPr>
        <p:spPr>
          <a:xfrm>
            <a:off x="548640" y="1627632"/>
            <a:ext cx="365760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tmux ls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출력 예시: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0: Claude Code    # 1: 봇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4"/>
          <p:cNvSpPr/>
          <p:nvPr/>
        </p:nvSpPr>
        <p:spPr>
          <a:xfrm>
            <a:off x="4480560" y="1691640"/>
            <a:ext cx="4206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연결할 세션 번호를 기억하세요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(예: 0)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4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2 — Slack 채널에서 연결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4"/>
          <p:cNvSpPr/>
          <p:nvPr/>
        </p:nvSpPr>
        <p:spPr>
          <a:xfrm>
            <a:off x="457200" y="2834640"/>
            <a:ext cx="3840480" cy="3657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4"/>
          <p:cNvSpPr/>
          <p:nvPr/>
        </p:nvSpPr>
        <p:spPr>
          <a:xfrm>
            <a:off x="548640" y="2907792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/tmux-connect 0  또는  /tmux-connect 0:0.1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4480560" y="283464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← 선택적으로 session:window.pane 지정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4" name="Google Shape;374;p14"/>
          <p:cNvCxnSpPr/>
          <p:nvPr/>
        </p:nvCxnSpPr>
        <p:spPr>
          <a:xfrm>
            <a:off x="457200" y="342900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5" name="Google Shape;375;p14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연결 후 자동으로 처리되는 이벤트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4"/>
          <p:cNvSpPr/>
          <p:nvPr/>
        </p:nvSpPr>
        <p:spPr>
          <a:xfrm>
            <a:off x="457200" y="3858768"/>
            <a:ext cx="2679192" cy="1234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4"/>
          <p:cNvSpPr/>
          <p:nvPr/>
        </p:nvSpPr>
        <p:spPr>
          <a:xfrm>
            <a:off x="457200" y="3858768"/>
            <a:ext cx="2679192" cy="457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4"/>
          <p:cNvSpPr/>
          <p:nvPr/>
        </p:nvSpPr>
        <p:spPr>
          <a:xfrm>
            <a:off x="594360" y="3995928"/>
            <a:ext cx="240487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권한 요청 자동 감지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4"/>
          <p:cNvSpPr/>
          <p:nvPr/>
        </p:nvSpPr>
        <p:spPr>
          <a:xfrm>
            <a:off x="594360" y="4361688"/>
            <a:ext cx="240487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Claude Code 가 승인 요청 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→ 버튼으로 옵션 표시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4"/>
          <p:cNvSpPr/>
          <p:nvPr/>
        </p:nvSpPr>
        <p:spPr>
          <a:xfrm>
            <a:off x="3227832" y="3858768"/>
            <a:ext cx="2679192" cy="1234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4"/>
          <p:cNvSpPr/>
          <p:nvPr/>
        </p:nvSpPr>
        <p:spPr>
          <a:xfrm>
            <a:off x="3227832" y="3858768"/>
            <a:ext cx="2679192" cy="457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4"/>
          <p:cNvSpPr/>
          <p:nvPr/>
        </p:nvSpPr>
        <p:spPr>
          <a:xfrm>
            <a:off x="3364992" y="3995928"/>
            <a:ext cx="240487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옵션 파싱 실패 경고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4"/>
          <p:cNvSpPr/>
          <p:nvPr/>
        </p:nvSpPr>
        <p:spPr>
          <a:xfrm>
            <a:off x="3364992" y="4361688"/>
            <a:ext cx="240487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옵션 파싱 실패 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→ "Could not parse options"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경고와 함께 Yes/No 표시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4"/>
          <p:cNvSpPr/>
          <p:nvPr/>
        </p:nvSpPr>
        <p:spPr>
          <a:xfrm>
            <a:off x="5998464" y="3858768"/>
            <a:ext cx="2679192" cy="1234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4"/>
          <p:cNvSpPr/>
          <p:nvPr/>
        </p:nvSpPr>
        <p:spPr>
          <a:xfrm>
            <a:off x="5998464" y="3858768"/>
            <a:ext cx="2679192" cy="457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4"/>
          <p:cNvSpPr/>
          <p:nvPr/>
        </p:nvSpPr>
        <p:spPr>
          <a:xfrm>
            <a:off x="6135624" y="3995928"/>
            <a:ext cx="240487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미응답 리마인더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4"/>
          <p:cNvSpPr/>
          <p:nvPr/>
        </p:nvSpPr>
        <p:spPr>
          <a:xfrm>
            <a:off x="6135624" y="4361688"/>
            <a:ext cx="240487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권한 요청 미응답 5 분 경과 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→ 동일한 버튼 재전송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(터미널에서 직접 응답 시 중단)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5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5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기능 3 — tmux 스레드 내 명령어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5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연결된 스레드 안에서 댓글로 제어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6" name="Google Shape;396;p15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5"/>
          <p:cNvSpPr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5"/>
          <p:cNvSpPr/>
          <p:nvPr/>
        </p:nvSpPr>
        <p:spPr>
          <a:xfrm>
            <a:off x="594360" y="128016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Slack 은 스레드 안에서 슬래시 명령어를 지원하지 않습니다. 아래 텍스트를 댓글로 입력하세요.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5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5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스레드 댓글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5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5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동작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5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5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예시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5"/>
          <p:cNvSpPr/>
          <p:nvPr/>
        </p:nvSpPr>
        <p:spPr>
          <a:xfrm>
            <a:off x="457200" y="2331720"/>
            <a:ext cx="219456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5"/>
          <p:cNvSpPr/>
          <p:nvPr/>
        </p:nvSpPr>
        <p:spPr>
          <a:xfrm>
            <a:off x="594360" y="2331720"/>
            <a:ext cx="1920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tmux-status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5"/>
          <p:cNvSpPr/>
          <p:nvPr/>
        </p:nvSpPr>
        <p:spPr>
          <a:xfrm>
            <a:off x="2651760" y="2331720"/>
            <a:ext cx="402336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5"/>
          <p:cNvSpPr/>
          <p:nvPr/>
        </p:nvSpPr>
        <p:spPr>
          <a:xfrm>
            <a:off x="2788920" y="233172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현재 터미널 화면 캡처 → Slack 전송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5"/>
          <p:cNvSpPr/>
          <p:nvPr/>
        </p:nvSpPr>
        <p:spPr>
          <a:xfrm>
            <a:off x="6675120" y="2331720"/>
            <a:ext cx="201168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5"/>
          <p:cNvSpPr/>
          <p:nvPr/>
        </p:nvSpPr>
        <p:spPr>
          <a:xfrm>
            <a:off x="6812280" y="2331720"/>
            <a:ext cx="1737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r>
              <a:t/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/>
          <p:nvPr/>
        </p:nvSpPr>
        <p:spPr>
          <a:xfrm>
            <a:off x="457200" y="2926080"/>
            <a:ext cx="219456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5"/>
          <p:cNvSpPr/>
          <p:nvPr/>
        </p:nvSpPr>
        <p:spPr>
          <a:xfrm>
            <a:off x="594360" y="2926080"/>
            <a:ext cx="1920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status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5"/>
          <p:cNvSpPr/>
          <p:nvPr/>
        </p:nvSpPr>
        <p:spPr>
          <a:xfrm>
            <a:off x="2651760" y="2926080"/>
            <a:ext cx="402336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5"/>
          <p:cNvSpPr/>
          <p:nvPr/>
        </p:nvSpPr>
        <p:spPr>
          <a:xfrm>
            <a:off x="2788920" y="292608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Claude Code의 /status 결과 캡처 (커맨드 이전의 tmux 최근 출력도 함께 포함됨)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/>
          <p:nvPr/>
        </p:nvSpPr>
        <p:spPr>
          <a:xfrm>
            <a:off x="6675120" y="2926080"/>
            <a:ext cx="201168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5"/>
          <p:cNvSpPr/>
          <p:nvPr/>
        </p:nvSpPr>
        <p:spPr>
          <a:xfrm>
            <a:off x="6812280" y="2926080"/>
            <a:ext cx="1737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r>
              <a:t/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457200" y="3520440"/>
            <a:ext cx="219456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5"/>
          <p:cNvSpPr/>
          <p:nvPr/>
        </p:nvSpPr>
        <p:spPr>
          <a:xfrm>
            <a:off x="594360" y="3520440"/>
            <a:ext cx="1920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? &lt;질문&gt;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5"/>
          <p:cNvSpPr/>
          <p:nvPr/>
        </p:nvSpPr>
        <p:spPr>
          <a:xfrm>
            <a:off x="2651760" y="3520440"/>
            <a:ext cx="402336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5"/>
          <p:cNvSpPr/>
          <p:nvPr/>
        </p:nvSpPr>
        <p:spPr>
          <a:xfrm>
            <a:off x="2788920" y="352044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Anthropic API 에 stateless 질문 (터미널 맥락 미포함, 파일/셸 실행 없음)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5"/>
          <p:cNvSpPr/>
          <p:nvPr/>
        </p:nvSpPr>
        <p:spPr>
          <a:xfrm>
            <a:off x="6675120" y="3520440"/>
            <a:ext cx="201168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5"/>
          <p:cNvSpPr/>
          <p:nvPr/>
        </p:nvSpPr>
        <p:spPr>
          <a:xfrm>
            <a:off x="6812280" y="3520440"/>
            <a:ext cx="1737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onsolas"/>
              <a:buNone/>
            </a:pPr>
            <a:r>
              <a:rPr b="0" i="1" lang="en-US" sz="950" u="none" cap="none" strike="noStrike">
                <a:solidFill>
                  <a:srgbClr val="525252"/>
                </a:solidFill>
                <a:latin typeface="Consolas"/>
                <a:ea typeface="Consolas"/>
                <a:cs typeface="Consolas"/>
                <a:sym typeface="Consolas"/>
              </a:rPr>
              <a:t>? recursion 이 뭐야?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5"/>
          <p:cNvSpPr/>
          <p:nvPr/>
        </p:nvSpPr>
        <p:spPr>
          <a:xfrm>
            <a:off x="457200" y="4114800"/>
            <a:ext cx="219456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5"/>
          <p:cNvSpPr/>
          <p:nvPr/>
        </p:nvSpPr>
        <p:spPr>
          <a:xfrm>
            <a:off x="594360" y="4114800"/>
            <a:ext cx="1920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그 외 텍스트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5"/>
          <p:cNvSpPr/>
          <p:nvPr/>
        </p:nvSpPr>
        <p:spPr>
          <a:xfrm>
            <a:off x="2651760" y="4114800"/>
            <a:ext cx="402336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5"/>
          <p:cNvSpPr/>
          <p:nvPr/>
        </p:nvSpPr>
        <p:spPr>
          <a:xfrm>
            <a:off x="2788920" y="411480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tmux pane으로 그대로 전달 (거기서 돌아가는 것에 명령)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5"/>
          <p:cNvSpPr/>
          <p:nvPr/>
        </p:nvSpPr>
        <p:spPr>
          <a:xfrm>
            <a:off x="6675120" y="4114800"/>
            <a:ext cx="201168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5"/>
          <p:cNvSpPr/>
          <p:nvPr/>
        </p:nvSpPr>
        <p:spPr>
          <a:xfrm>
            <a:off x="6812280" y="4114800"/>
            <a:ext cx="1737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onsolas"/>
              <a:buNone/>
            </a:pPr>
            <a:r>
              <a:rPr b="0" i="1" lang="en-US" sz="950" u="none" cap="none" strike="noStrike">
                <a:solidFill>
                  <a:srgbClr val="525252"/>
                </a:solidFill>
                <a:latin typeface="Consolas"/>
                <a:ea typeface="Consolas"/>
                <a:cs typeface="Consolas"/>
                <a:sym typeface="Consolas"/>
              </a:rPr>
              <a:t>실험 결과 요약해줘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6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6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기능 4 — 권한 요청 버튼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6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Claude Code 가 명령 실행 전 승인 요청 시 자동 알림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7" name="Google Shape;437;p16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8" name="Google Shape;438;p16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6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6"/>
          <p:cNvSpPr/>
          <p:nvPr/>
        </p:nvSpPr>
        <p:spPr>
          <a:xfrm>
            <a:off x="1005840" y="12801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Claude Code 가 새 명령 실행 전 승인 요청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6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16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6"/>
          <p:cNvSpPr/>
          <p:nvPr/>
        </p:nvSpPr>
        <p:spPr>
          <a:xfrm>
            <a:off x="1005840" y="17373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봇이 터미널 출력에서 패턴 감지 (3 초마다)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6"/>
          <p:cNvSpPr/>
          <p:nvPr/>
        </p:nvSpPr>
        <p:spPr>
          <a:xfrm>
            <a:off x="548640" y="21945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6"/>
          <p:cNvSpPr/>
          <p:nvPr/>
        </p:nvSpPr>
        <p:spPr>
          <a:xfrm>
            <a:off x="548640" y="21945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6"/>
          <p:cNvSpPr/>
          <p:nvPr/>
        </p:nvSpPr>
        <p:spPr>
          <a:xfrm>
            <a:off x="1005840" y="21945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Slack 에 권한 요청 알림 + 버튼 전송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6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16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6"/>
          <p:cNvSpPr/>
          <p:nvPr/>
        </p:nvSpPr>
        <p:spPr>
          <a:xfrm>
            <a:off x="1005840" y="26517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버튼 클릭 시 해당 옵션 번호를 tmux 로 전송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6"/>
          <p:cNvSpPr/>
          <p:nvPr/>
        </p:nvSpPr>
        <p:spPr>
          <a:xfrm>
            <a:off x="548640" y="31089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16"/>
          <p:cNvSpPr/>
          <p:nvPr/>
        </p:nvSpPr>
        <p:spPr>
          <a:xfrm>
            <a:off x="548640" y="31089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6"/>
          <p:cNvSpPr/>
          <p:nvPr/>
        </p:nvSpPr>
        <p:spPr>
          <a:xfrm>
            <a:off x="1005840" y="31089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5 분마다 미응답 시 리마인더 재전송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6"/>
          <p:cNvSpPr/>
          <p:nvPr/>
        </p:nvSpPr>
        <p:spPr>
          <a:xfrm>
            <a:off x="5212080" y="1280160"/>
            <a:ext cx="3474720" cy="1188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16"/>
          <p:cNvSpPr/>
          <p:nvPr/>
        </p:nvSpPr>
        <p:spPr>
          <a:xfrm>
            <a:off x="5349240" y="137160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⚠  Claude is requesting permission: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6"/>
          <p:cNvSpPr/>
          <p:nvPr/>
        </p:nvSpPr>
        <p:spPr>
          <a:xfrm>
            <a:off x="5349240" y="1691640"/>
            <a:ext cx="3200400" cy="6858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6"/>
          <p:cNvSpPr/>
          <p:nvPr/>
        </p:nvSpPr>
        <p:spPr>
          <a:xfrm>
            <a:off x="5440680" y="1764792"/>
            <a:ext cx="3017520" cy="539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Do you want to proceed?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&gt; 1. Yes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2. No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6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6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Yes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6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6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Yes, don't ask again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6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6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6"/>
          <p:cNvSpPr/>
          <p:nvPr/>
        </p:nvSpPr>
        <p:spPr>
          <a:xfrm>
            <a:off x="5212080" y="397764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← 버튼 클릭 시 tmux 로 전달됩니다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6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FF5F5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6"/>
          <p:cNvSpPr/>
          <p:nvPr/>
        </p:nvSpPr>
        <p:spPr>
          <a:xfrm>
            <a:off x="594360" y="457200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⚠  옵션 파싱 실패 시 버튼이 1. Yes / 2. No 로 나타납니다 ("Could not parse options" 경고가 같이 표시됨).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7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트러블슈팅 — 자주 발생하는 문제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7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문제가 생기면 여기를 확인하세요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4" name="Google Shape;474;p17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5" name="Google Shape;475;p17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7"/>
          <p:cNvSpPr/>
          <p:nvPr/>
        </p:nvSpPr>
        <p:spPr>
          <a:xfrm>
            <a:off x="457200" y="1280160"/>
            <a:ext cx="45720" cy="64008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17"/>
          <p:cNvSpPr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SyntaxError: Unexpected token {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7"/>
          <p:cNvSpPr/>
          <p:nvPr/>
        </p:nvSpPr>
        <p:spPr>
          <a:xfrm>
            <a:off x="640080" y="1600200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원인: Node.js 버전이 낮음 (12 이하)    →    해결: node --version 확인 후 Node 18 로 업그레이드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7"/>
          <p:cNvSpPr/>
          <p:nvPr/>
        </p:nvSpPr>
        <p:spPr>
          <a:xfrm>
            <a:off x="457200" y="1993392"/>
            <a:ext cx="8229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7"/>
          <p:cNvSpPr/>
          <p:nvPr/>
        </p:nvSpPr>
        <p:spPr>
          <a:xfrm>
            <a:off x="457200" y="1993392"/>
            <a:ext cx="45720" cy="64008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7"/>
          <p:cNvSpPr/>
          <p:nvPr/>
        </p:nvSpPr>
        <p:spPr>
          <a:xfrm>
            <a:off x="640080" y="2039112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Cannot find module '@anthropic-ai/sdk'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7"/>
          <p:cNvSpPr/>
          <p:nvPr/>
        </p:nvSpPr>
        <p:spPr>
          <a:xfrm>
            <a:off x="640080" y="2313432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원인: npm install 누락 또는 구버전 Node 로 설치됨    →    해결: rm -rf node_modules &amp;&amp; npm install 재실행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7"/>
          <p:cNvSpPr/>
          <p:nvPr/>
        </p:nvSpPr>
        <p:spPr>
          <a:xfrm>
            <a:off x="457200" y="2706624"/>
            <a:ext cx="8229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7"/>
          <p:cNvSpPr/>
          <p:nvPr/>
        </p:nvSpPr>
        <p:spPr>
          <a:xfrm>
            <a:off x="457200" y="2706624"/>
            <a:ext cx="45720" cy="64008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7"/>
          <p:cNvSpPr/>
          <p:nvPr/>
        </p:nvSpPr>
        <p:spPr>
          <a:xfrm>
            <a:off x="640080" y="2752344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Unhandled event 'server explicit disconnect'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7"/>
          <p:cNvSpPr/>
          <p:nvPr/>
        </p:nvSpPr>
        <p:spPr>
          <a:xfrm>
            <a:off x="640080" y="3026664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원인: Slack 서버와 연결이 끊김 (네트워크 불안정)    →    해결: 자동 재시작 루프 사용 (while true; do npm start; sleep 5; done)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7"/>
          <p:cNvSpPr/>
          <p:nvPr/>
        </p:nvSpPr>
        <p:spPr>
          <a:xfrm>
            <a:off x="457200" y="3419856"/>
            <a:ext cx="8229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7"/>
          <p:cNvSpPr/>
          <p:nvPr/>
        </p:nvSpPr>
        <p:spPr>
          <a:xfrm>
            <a:off x="457200" y="3419856"/>
            <a:ext cx="45720" cy="64008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7"/>
          <p:cNvSpPr/>
          <p:nvPr/>
        </p:nvSpPr>
        <p:spPr>
          <a:xfrm>
            <a:off x="640080" y="3465576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/tmux-connect 후 tmux-status 화면이 비어있음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7"/>
          <p:cNvSpPr/>
          <p:nvPr/>
        </p:nvSpPr>
        <p:spPr>
          <a:xfrm>
            <a:off x="640080" y="3739896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원인: tmux 세션 번호가 잘못됨 또는 pane 지정 필요    →    해결: tmux list-panes -a 로 정확한 세션:윈도우.pane 확인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7"/>
          <p:cNvSpPr/>
          <p:nvPr/>
        </p:nvSpPr>
        <p:spPr>
          <a:xfrm>
            <a:off x="457200" y="4133088"/>
            <a:ext cx="8229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7"/>
          <p:cNvSpPr/>
          <p:nvPr/>
        </p:nvSpPr>
        <p:spPr>
          <a:xfrm>
            <a:off x="457200" y="4133088"/>
            <a:ext cx="45720" cy="64008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7"/>
          <p:cNvSpPr/>
          <p:nvPr/>
        </p:nvSpPr>
        <p:spPr>
          <a:xfrm>
            <a:off x="640080" y="4178808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권한 요청 알림이 안 옴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7"/>
          <p:cNvSpPr/>
          <p:nvPr/>
        </p:nvSpPr>
        <p:spPr>
          <a:xfrm>
            <a:off x="640080" y="4453128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원인: awaitingPermission 플래그가 이전 요청에서 true 로 남아있음    →    해결: /tmux-disconnect 후 /tmux-connect 재연결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8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8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전체 체크리스트 — A to Z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이 순서대로 완료하면 사용 가능합니다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3" name="Google Shape;503;p18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4" name="Google Shape;504;p18"/>
          <p:cNvSpPr/>
          <p:nvPr/>
        </p:nvSpPr>
        <p:spPr>
          <a:xfrm>
            <a:off x="457200" y="126187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8"/>
          <p:cNvSpPr/>
          <p:nvPr/>
        </p:nvSpPr>
        <p:spPr>
          <a:xfrm>
            <a:off x="749808" y="12344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8"/>
          <p:cNvSpPr/>
          <p:nvPr/>
        </p:nvSpPr>
        <p:spPr>
          <a:xfrm>
            <a:off x="1554480" y="12344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Node.js 18+ 설치 확인 (node --version)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8"/>
          <p:cNvSpPr/>
          <p:nvPr/>
        </p:nvSpPr>
        <p:spPr>
          <a:xfrm>
            <a:off x="457200" y="158191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18"/>
          <p:cNvSpPr/>
          <p:nvPr/>
        </p:nvSpPr>
        <p:spPr>
          <a:xfrm>
            <a:off x="749808" y="155448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8"/>
          <p:cNvSpPr/>
          <p:nvPr/>
        </p:nvSpPr>
        <p:spPr>
          <a:xfrm>
            <a:off x="1554480" y="155448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Claude Code 로그인 확인 (claude 실행)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8"/>
          <p:cNvSpPr/>
          <p:nvPr/>
        </p:nvSpPr>
        <p:spPr>
          <a:xfrm>
            <a:off x="457200" y="190195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18"/>
          <p:cNvSpPr/>
          <p:nvPr/>
        </p:nvSpPr>
        <p:spPr>
          <a:xfrm>
            <a:off x="749808" y="187452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8"/>
          <p:cNvSpPr/>
          <p:nvPr/>
        </p:nvSpPr>
        <p:spPr>
          <a:xfrm>
            <a:off x="1554480" y="187452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api.slack.com/apps 에서 앱 생성 (From scratch)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8"/>
          <p:cNvSpPr/>
          <p:nvPr/>
        </p:nvSpPr>
        <p:spPr>
          <a:xfrm>
            <a:off x="457200" y="222199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8"/>
          <p:cNvSpPr/>
          <p:nvPr/>
        </p:nvSpPr>
        <p:spPr>
          <a:xfrm>
            <a:off x="749808" y="219456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8"/>
          <p:cNvSpPr/>
          <p:nvPr/>
        </p:nvSpPr>
        <p:spPr>
          <a:xfrm>
            <a:off x="1554480" y="21945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Socket Mode 켜기 + SLACK_APP_TOKEN (xapp-) 발급 및 저장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8"/>
          <p:cNvSpPr/>
          <p:nvPr/>
        </p:nvSpPr>
        <p:spPr>
          <a:xfrm>
            <a:off x="457200" y="254203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18"/>
          <p:cNvSpPr/>
          <p:nvPr/>
        </p:nvSpPr>
        <p:spPr>
          <a:xfrm>
            <a:off x="749808" y="251460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8"/>
          <p:cNvSpPr/>
          <p:nvPr/>
        </p:nvSpPr>
        <p:spPr>
          <a:xfrm>
            <a:off x="1554480" y="25146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Bot Token Scopes 6개 추가 (chat:write 등)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8"/>
          <p:cNvSpPr/>
          <p:nvPr/>
        </p:nvSpPr>
        <p:spPr>
          <a:xfrm>
            <a:off x="457200" y="286207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18"/>
          <p:cNvSpPr/>
          <p:nvPr/>
        </p:nvSpPr>
        <p:spPr>
          <a:xfrm>
            <a:off x="749808" y="28346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4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1554480" y="28346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슬래시 명령어 5개 등록 (/claude, /tmux-connect 등)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8"/>
          <p:cNvSpPr/>
          <p:nvPr/>
        </p:nvSpPr>
        <p:spPr>
          <a:xfrm>
            <a:off x="457200" y="318211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18"/>
          <p:cNvSpPr/>
          <p:nvPr/>
        </p:nvSpPr>
        <p:spPr>
          <a:xfrm>
            <a:off x="749808" y="315468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5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8"/>
          <p:cNvSpPr/>
          <p:nvPr/>
        </p:nvSpPr>
        <p:spPr>
          <a:xfrm>
            <a:off x="1554480" y="315468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Event Subscriptions 4개 추가 (message.channels / .groups / .im / .mpim)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8"/>
          <p:cNvSpPr/>
          <p:nvPr/>
        </p:nvSpPr>
        <p:spPr>
          <a:xfrm>
            <a:off x="4617720" y="126187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18"/>
          <p:cNvSpPr/>
          <p:nvPr/>
        </p:nvSpPr>
        <p:spPr>
          <a:xfrm>
            <a:off x="4910328" y="12344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8"/>
          <p:cNvSpPr/>
          <p:nvPr/>
        </p:nvSpPr>
        <p:spPr>
          <a:xfrm>
            <a:off x="5715000" y="12344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Install to Workspace + SLACK_BOT_TOKEN (xoxb-) 저장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8"/>
          <p:cNvSpPr/>
          <p:nvPr/>
        </p:nvSpPr>
        <p:spPr>
          <a:xfrm>
            <a:off x="4617720" y="158191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18"/>
          <p:cNvSpPr/>
          <p:nvPr/>
        </p:nvSpPr>
        <p:spPr>
          <a:xfrm>
            <a:off x="4910328" y="155448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8"/>
          <p:cNvSpPr/>
          <p:nvPr/>
        </p:nvSpPr>
        <p:spPr>
          <a:xfrm>
            <a:off x="5715000" y="155448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서버에 폴더 생성 후 index.js, package.json, .env 배치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4617720" y="190195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18"/>
          <p:cNvSpPr/>
          <p:nvPr/>
        </p:nvSpPr>
        <p:spPr>
          <a:xfrm>
            <a:off x="4910328" y="187452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8"/>
          <p:cNvSpPr/>
          <p:nvPr/>
        </p:nvSpPr>
        <p:spPr>
          <a:xfrm>
            <a:off x="5715000" y="187452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.env 에 토큰 3개 입력 (BOT_TOKEN, APP_TOKEN, API_KEY)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8"/>
          <p:cNvSpPr/>
          <p:nvPr/>
        </p:nvSpPr>
        <p:spPr>
          <a:xfrm>
            <a:off x="4617720" y="222199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18"/>
          <p:cNvSpPr/>
          <p:nvPr/>
        </p:nvSpPr>
        <p:spPr>
          <a:xfrm>
            <a:off x="4910328" y="219456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8"/>
          <p:cNvSpPr/>
          <p:nvPr/>
        </p:nvSpPr>
        <p:spPr>
          <a:xfrm>
            <a:off x="5715000" y="21945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npm install 실행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8"/>
          <p:cNvSpPr/>
          <p:nvPr/>
        </p:nvSpPr>
        <p:spPr>
          <a:xfrm>
            <a:off x="4617720" y="254203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8"/>
          <p:cNvSpPr/>
          <p:nvPr/>
        </p:nvSpPr>
        <p:spPr>
          <a:xfrm>
            <a:off x="4910328" y="251460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9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8"/>
          <p:cNvSpPr/>
          <p:nvPr/>
        </p:nvSpPr>
        <p:spPr>
          <a:xfrm>
            <a:off x="5715000" y="25146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tmux 세션에서 자동 재시작 루프로 npm start 실행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8"/>
          <p:cNvSpPr/>
          <p:nvPr/>
        </p:nvSpPr>
        <p:spPr>
          <a:xfrm>
            <a:off x="4617720" y="286207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18"/>
          <p:cNvSpPr/>
          <p:nvPr/>
        </p:nvSpPr>
        <p:spPr>
          <a:xfrm>
            <a:off x="4910328" y="28346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10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8"/>
          <p:cNvSpPr/>
          <p:nvPr/>
        </p:nvSpPr>
        <p:spPr>
          <a:xfrm>
            <a:off x="5715000" y="28346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Slack 채널에서 /invite @Claude Code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19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19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설정 완료!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9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이제 Slack 에서 Claude Code 를 완전히 제어할 수 있습니다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51" name="Google Shape;551;p19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2" name="Google Shape;552;p19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4800"/>
              <a:buFont typeface="Calibri"/>
              <a:buNone/>
            </a:pPr>
            <a:r>
              <a:rPr b="1" i="0" lang="en-US" sz="4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✓  설정 완료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9"/>
          <p:cNvSpPr/>
          <p:nvPr/>
        </p:nvSpPr>
        <p:spPr>
          <a:xfrm>
            <a:off x="457200" y="2651760"/>
            <a:ext cx="3977640" cy="731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9"/>
          <p:cNvSpPr/>
          <p:nvPr/>
        </p:nvSpPr>
        <p:spPr>
          <a:xfrm>
            <a:off x="457200" y="2651760"/>
            <a:ext cx="54864" cy="7315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19"/>
          <p:cNvSpPr/>
          <p:nvPr/>
        </p:nvSpPr>
        <p:spPr>
          <a:xfrm>
            <a:off x="640080" y="272491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9"/>
          <p:cNvSpPr/>
          <p:nvPr/>
        </p:nvSpPr>
        <p:spPr>
          <a:xfrm>
            <a:off x="640080" y="30175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파일 읽기 · 쓰기 · git push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9"/>
          <p:cNvSpPr/>
          <p:nvPr/>
        </p:nvSpPr>
        <p:spPr>
          <a:xfrm>
            <a:off x="4617720" y="2651760"/>
            <a:ext cx="3977640" cy="731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9"/>
          <p:cNvSpPr/>
          <p:nvPr/>
        </p:nvSpPr>
        <p:spPr>
          <a:xfrm>
            <a:off x="4617720" y="2651760"/>
            <a:ext cx="54864" cy="7315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19"/>
          <p:cNvSpPr/>
          <p:nvPr/>
        </p:nvSpPr>
        <p:spPr>
          <a:xfrm>
            <a:off x="4800600" y="272491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/tmux-connect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9"/>
          <p:cNvSpPr/>
          <p:nvPr/>
        </p:nvSpPr>
        <p:spPr>
          <a:xfrm>
            <a:off x="4800600" y="30175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실시간 세션 모니터링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9"/>
          <p:cNvSpPr/>
          <p:nvPr/>
        </p:nvSpPr>
        <p:spPr>
          <a:xfrm>
            <a:off x="457200" y="3566160"/>
            <a:ext cx="3977640" cy="731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9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19"/>
          <p:cNvSpPr/>
          <p:nvPr/>
        </p:nvSpPr>
        <p:spPr>
          <a:xfrm>
            <a:off x="640080" y="363931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권한 요청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9"/>
          <p:cNvSpPr/>
          <p:nvPr/>
        </p:nvSpPr>
        <p:spPr>
          <a:xfrm>
            <a:off x="640080" y="39319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자동 감지 + 원클릭 버튼 응답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9"/>
          <p:cNvSpPr/>
          <p:nvPr/>
        </p:nvSpPr>
        <p:spPr>
          <a:xfrm>
            <a:off x="4617720" y="3566160"/>
            <a:ext cx="3977640" cy="731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19"/>
          <p:cNvSpPr/>
          <p:nvPr/>
        </p:nvSpPr>
        <p:spPr>
          <a:xfrm>
            <a:off x="4617720" y="3566160"/>
            <a:ext cx="54864" cy="7315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19"/>
          <p:cNvSpPr/>
          <p:nvPr/>
        </p:nvSpPr>
        <p:spPr>
          <a:xfrm>
            <a:off x="4800600" y="363931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리마인더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9"/>
          <p:cNvSpPr/>
          <p:nvPr/>
        </p:nvSpPr>
        <p:spPr>
          <a:xfrm>
            <a:off x="4800600" y="39319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5 분 미응답 시 자동 재전송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문제 발생 시 슬라이드 17 (트러블슈팅) 참고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2026-04-24T06:23:02Z</dcterms:created>
  <dc:creator>PptxGenJS</dc:creator>
</cp:coreProperties>
</file>