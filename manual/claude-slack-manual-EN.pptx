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7" r:id="rId28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938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update: 2026-05-31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Slack Integration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Step-by-Step Setup Guide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2560320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App Setup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4572000"/>
            <a:ext cx="2560320" cy="12801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8328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Server Install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4572000"/>
            <a:ext cx="2560320" cy="128016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 Integration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52560" y="4572000"/>
            <a:ext cx="2560320" cy="12801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9052560" y="45720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it works 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11887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46888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38328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Server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85216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468880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21792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555555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052560" y="1371600"/>
            <a:ext cx="2468880" cy="11887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9052560" y="137160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tmux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→ Direct API call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→ Session connection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383280"/>
            <a:ext cx="5394960" cy="301752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3152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/claude mode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Anthropic API call
• Bot executes Claude's instructions:
   read/write files, run git, run shell
• Best for one-shot agent tasks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94960" cy="301752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0" y="3520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/tmux-connect mode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Connects to any tmux pane on server
• Auto-detects Claude Code permission
   requests + reply via Slack buttons
</a:t>
            </a: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Auto-posts 30-min monitoring reports
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Best for long-running task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— Prerequisites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these before starting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server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or similar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(Windows WSL also works)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8056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node --version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missing, see next slide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8016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2104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52560" y="1463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1040" y="2148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logged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running 'claude'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 Key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008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console.anthropic.com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API Keys → Create Key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48056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4805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1208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workspace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8056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permission required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install apps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6576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321040" y="40233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832104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052560" y="4023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bot files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21040" y="470916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index.js / package.json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(for tokens)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0-1 — Install Node.js 18 (if missing)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slide if node --version shows v18+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Check current version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outdated or missing, run these commands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11247120" cy="219456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Download and install Node.js 18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https://nodejs.org/dist/v18.20.4/node-v18.20.4-linux-x64.tar.xz -o node18.tar.xz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 -xf node18.tar.xz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PATH=$PWD/node-v18.20.4-linux-x64/bin:$PATH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Make it permanent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'export PATH=/REAL_PATH/node-v18.20.4-linux-x64/bin:$PATH' &gt;&gt; ~/.bashrc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~/.bashrc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Verify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5532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--version   # success if v18.20.4 is shown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export PATH only applies to current terminal. Add to ~/.bashrc for permanent effect.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a Slack App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on api.slack.com/apps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api.slack.com/apps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New App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743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From scratch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3474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App Name (e.g. Claude Code)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80160" y="42062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workspace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4937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App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0" y="1280160"/>
            <a:ext cx="4480560" cy="4389120"/>
          </a:xfrm>
          <a:prstGeom prst="rect">
            <a:avLst/>
          </a:prstGeom>
          <a:solidFill>
            <a:srgbClr val="F0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49808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1874520"/>
            <a:ext cx="42062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name can be changed later
• Requires workspace admin rights
• An app can't be moved to another
   workspace — choose carefully
• Free-plan workspaces are fine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Enable Socket Mode &amp; Get App Token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the bot connect without an external server URL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Click Socket Mode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830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Enable Socket Mode → 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377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Token Name (any name works)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9718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5661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xapp-... token to a safe place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2062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your SLACK_APP_TOKEN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1188720"/>
            <a:ext cx="4480560" cy="23774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token format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498080" y="1783080"/>
            <a:ext cx="411480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7635240" y="18745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xapp-1-ABCDEFGH12345-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XXXXXXXXXXXXXXXXXXXX-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YYYYYYYYYYYYYYYYYYYY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0" y="3749040"/>
            <a:ext cx="4480560" cy="21031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498080" y="3886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Important!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0" y="429768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token is shown only once.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 now and save somewhere safe.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see it again after closing.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Add Bot Token Scopes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OAuth &amp; Permissions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OAuth &amp; Permissions → Scopes → Bot Token Scopes → Add an OAuth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scopes to add: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chat:write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38912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0" y="246888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channels:history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groups:history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im:history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0" y="3566160"/>
            <a:ext cx="3657600" cy="8229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8229600" y="3566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mpim:history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After adding scopes, click [Install to Workspace] or [Reinstall to Workspace] to apply.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Register Slash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→ Create New Command (one at a time)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 → Slash Commands → Create New Command    |    Request URL: https://example.com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29184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1737360"/>
            <a:ext cx="7955280" cy="548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749040" y="17373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 — Claude reads/writes files, runs shell, does git (agent mode)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29184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3063240"/>
            <a:ext cx="79552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0" y="30632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 tmux session (optionally specify session:window.pane)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/tmux-disconnect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49040" y="384048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840480" y="384048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monitoring (the tmux session itself keeps running on server)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617720"/>
            <a:ext cx="329184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749040" y="4617720"/>
            <a:ext cx="795528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840480" y="46177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keyboard input to the connected tmux pane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394960"/>
            <a:ext cx="329184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53949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/tmux-status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749040" y="5394960"/>
            <a:ext cx="795528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840480" y="53949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current tmux screen and post to Slack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&amp; 6 — Event Subscriptions + Get Bot Token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so the bot can read thread replies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Event Subscriptions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Event Subscriptions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Events → 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60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Request URL: https://example.com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2608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Subscribe to bot events →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 Add Bot User Event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Add 4 events (see below)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Click Save Changes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52120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502920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message.channels   message.groups   message.im   message.mpim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188720"/>
            <a:ext cx="5577840" cy="521208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400800" y="1280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Get the Bot Token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Click OAuth &amp; Permissions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Click Install to Workspace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51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Click Allow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063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Copy the xoxb-... token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Save somewhere safe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→ This is SLACK_BOT_TOKEN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4572000"/>
            <a:ext cx="521208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537960" y="4663440"/>
            <a:ext cx="4937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xoxb-XXXXXXXXXXXX-XXXXXXXXXXXX-XXXXXXXXXXXXXXXXXXXXXXXX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Install the Bot on Your Server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in the server terminal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Create the folder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~/claude-slack/src &amp;&amp; cd ~/claude-slack/src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Place 3 files (inside src/)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1752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 bot code (provided with this manual)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Dependency list (see next slide)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Token storage (see next slide)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Install dependencies (run inside src/)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94360" y="49377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~/claude-slack/src &amp;&amp; npm install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Verify installation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5897880"/>
            <a:ext cx="11247120" cy="7772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94360" y="59893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added 84 packages, and audited 85 packages in 6s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0 vulnerabilities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7-1 — Create package.json &amp; .env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these commands as-is in the terminal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package.json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27432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cat &gt; 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package.json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&lt;&lt; 'EOF'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"name": "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-slack-bridge",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"version": "1.0.0",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"private": true,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"type": "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commonjs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"engines": { "node": "&gt;=18" },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"scripts": {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"start": "node 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index.js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"dependencies": {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"@anthropic-ai/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sdk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"^0.96.0",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"@slack/bolt": "^4.7.2",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</a:t>
            </a:r>
            <a:r>
              <a:rPr lang="en-US" sz="900" dirty="0" err="1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"^16.4.5",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  "node-cron": "^4.2.1"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}</a:t>
            </a:r>
          </a:p>
          <a:p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</a:p>
          <a:p>
            <a:r>
              <a:rPr lang="en-US" sz="90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EOF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.env (paste tokens)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5029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SLACK_BOT_TOKEN=xoxb-paste-here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SLACK_APP_TOKEN=xapp-paste-here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ANTHROPIC_API_KEY=sk-ant-paste-here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your real tokens into .env. ANTHROPIC_API_KEY is created at console.anthropic.com → API Keys.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&amp; 9 — Run the Bot + Invite to Channel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run + invite the bot to a Slack channel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577840" cy="411480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 — Basic run (for testing)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5212080" cy="54864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7724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~/claude-slack/src &amp;&amp; npm start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output looks like: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21208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77240" y="29718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↔ Slack running!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Now connected to Slack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577840" cy="411480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40080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 — Auto-restart (recommended)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5212080" cy="3383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37960" y="187452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a dedicated tmux session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new-session -s slack-bot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Auto-restart loop (note: --prefix MUST include src/)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true; do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npm start --prefix ~/claude-slack/src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sleep 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Invite bot to Slack channel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5897880"/>
            <a:ext cx="54864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94360" y="5989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/invite @Claude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59436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Run inside your target Slack channel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After these steps, /claude, /tmux-connect and other commands work in Slack.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Set up 30-min monitoring reports (optional)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Claude Code write work summaries every 30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F0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rule like "every 30 minutes write a work summary to /home/jwyang/30-min-report.txt". The bot watches this file and posts updates to Slack automatically. Useful for long-running task monitoring.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1247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The bot checks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/home/jwyang/30-min-report.txt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's mtime every 30 minutes
2. If mtime changed (= file was rewritten), bot posts the file contents to the Slack thread
3.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must be active — posts go to the connected thread
4. Bot records baseline mtime on startup → existing reports are NOT re-sent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Claude Code rule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4983480"/>
            <a:ext cx="11247120" cy="109728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50749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rule to add to Claude Code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30 minutes, overwrite /home/jwyang/30-min-report.txt with a summary of the work done so far.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report should include the current time, completed tasks, in-progress tasks, and plan for the next 30 minutes.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6263640"/>
            <a:ext cx="11247120" cy="502920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file path is defined as MONITORING_REPORT_FILE in index.js. Edit there to use a different path.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1 — The /claude command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Anthropic API call — reads/writes files, runs git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&lt;your task&gt;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11247120" cy="1645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/path/to/project review this code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/path/to/file.py fix the bug and push to main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 /path/to/repo update the README and push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work in the same thread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5029200"/>
            <a:ext cx="11247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• When the task finishes, </a:t>
            </a: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[New Task] [Exit Session]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buttons appear.
• Replying in the thread continues the same conversation context.
• Mentioning a file/directory path auto-includes its contents in context.
• Default model: </a:t>
            </a:r>
            <a:r>
              <a:rPr lang="en-US" sz="130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claude-opus-4-7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(change the MODEL constant in index.js)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2 — /tmux-connect session attachment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to a tmux pane on the server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your session number on the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124712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 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output: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0: Claude Code    # 1: 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session number (e.g. 0)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Attach from Slack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6400800" cy="50292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94360" y="352044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 0  or  /tmux-connect 0:0.1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45643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Optionally specify session:window.pane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events after connecting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auto-detect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Code asks for approval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shows options as buttons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42900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failure warning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2900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option parsing fails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shows Yes/No with 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"Could not parse options" warning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30936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reminder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0936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response after 5 minutes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resend the same buttons once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4617720"/>
            <a:ext cx="2743200" cy="201168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9189720" y="4709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monitoring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89720" y="516636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/home/jwyang/30-min-report.txt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changes, contents auto-posted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3 — Thread commands inside tmux session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from thread replies in the connected thread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doesn't support slash commands inside threads. Type the keywords below as replies instead.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1089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reply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783080"/>
            <a:ext cx="585216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18320" y="1783080"/>
            <a:ext cx="228600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418320" y="1783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2402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tmux-status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3657600" y="22402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current terminal screen → post to Slack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18320" y="224028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464040" y="22402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1089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02920" y="30175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3017520"/>
            <a:ext cx="58521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0" y="301752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Claude Code's /status output (also includes recent pane content before the command)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18320" y="3017520"/>
            <a:ext cx="2286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464040" y="30175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502920" y="37947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&lt;question&gt;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66160" y="379476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57600" y="37947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API question (no terminal context, no file/shell execution)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18320" y="379476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464040" y="37947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what is recursion?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72000"/>
            <a:ext cx="31089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502920" y="45720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 / tab / ctrl-c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66160" y="4572000"/>
            <a:ext cx="585216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657600" y="45720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special key (e.g. close /status modal, cancel a command)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418320" y="4572000"/>
            <a:ext cx="2286000" cy="77724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9464040" y="45720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349240"/>
            <a:ext cx="31089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02920" y="53492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Anything else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66160" y="5349240"/>
            <a:ext cx="585216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3657600" y="534924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Forwarded to tmux pane as-is (controls whatever is running there). Multi-line input supported.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418320" y="5349240"/>
            <a:ext cx="2286000" cy="77724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464040" y="5349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the results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4 — Permission request buttons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Auto-notify when Claude Code asks for approval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asks for approval before running a command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691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detects approval patterns from terminal output (every 3s)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receives a notification + option buttons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97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 button sends that option number to tmux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5 min with no response, one reminder is sent (no further reminders for the same prompt)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6858000" cy="2651760"/>
          </a:xfrm>
          <a:prstGeom prst="rect">
            <a:avLst/>
          </a:prstGeom>
          <a:solidFill>
            <a:srgbClr val="F8F8FF"/>
          </a:solidFill>
          <a:ln w="12700">
            <a:solidFill>
              <a:srgbClr val="B0D0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 is requesting permission: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434840"/>
            <a:ext cx="6492240" cy="914400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5262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you want to proceed?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❯ 1. Yes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  2. No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86400"/>
            <a:ext cx="164592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5486400"/>
            <a:ext cx="320040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377440" y="5486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Yes, don't ask again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0" y="5486400"/>
            <a:ext cx="1463040" cy="4572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66928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0807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Clicking a button forwards to tmux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89520" y="3931920"/>
            <a:ext cx="4297680" cy="2651760"/>
          </a:xfrm>
          <a:prstGeom prst="rect">
            <a:avLst/>
          </a:prstGeom>
          <a:solidFill>
            <a:srgbClr val="FFF8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72400" y="4023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option parsing fails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2400" y="443484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Buttons fall back to </a:t>
            </a:r>
            <a:r>
              <a:rPr lang="en-US" sz="1100" b="1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Yes / 2. No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with a "Could not parse options" warning.
</a:t>
            </a:r>
            <a:r>
              <a:rPr lang="en-US" sz="11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⚠ 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Especially: </a:t>
            </a:r>
            <a:r>
              <a:rPr lang="en-US" sz="11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[y/N]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-style simple prompts can produce wrong responses with the fallback — 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directly in terminal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5 — 30-min monitoring reports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Auto-post progress updates every 30 minutes for long-running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539496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min, writes a work summary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/home/jwyang/30-min-report.txt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(background)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 min, checks the file's mtime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(detects if file was updated)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(on detect)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532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file contents as-is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posts to the Slack thread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188720"/>
            <a:ext cx="5303520" cy="5394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Mtime-based detection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Watches file changes, not screen text.
  Robust against terminal noise.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Only posts while /tmux-connect is active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Posts only inside the connected thread.
  Stops automatically on /tmux-disconnect.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duplicate posts on bot restart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Records baseline mtime at startup.
  Existing reports are not resent.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Long reports split automatically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If content exceeds Slack's ~3000-char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limit, split into multiple messages.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— Common Issues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here if something goes wrong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Cannot find module '@anthropic-ai/sdk'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npm install missing or run in wrong folder    →    Fix: run npm install inside src/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error code ENOENT (package.json not found)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--prefix path missing src/    →    Fix: include src/ like npm start --prefix ~/claude-slack/src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Unhandled event 'server explicit disconnect'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Cause: (a) @slack/bolt 3.21.x state-machine bug, or (b) multiple instances sharing the same SLACK_APP_TOKEN. </a:t>
            </a:r>
            <a:r>
              <a:rPr lang="en-US" altLang="ko-KR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</a:t>
            </a:r>
            <a:r>
              <a:rPr lang="ko-KR" alt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altLang="ko-KR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</a:t>
            </a:r>
            <a:r>
              <a:rPr lang="ko-KR" altLang="ko-KR" sz="1100" dirty="0"/>
              <a:t xml:space="preserve"> ① </a:t>
            </a:r>
            <a:r>
              <a:rPr lang="ko-KR" altLang="ko-KR" sz="1100" dirty="0" err="1"/>
              <a:t>npm</a:t>
            </a:r>
            <a:r>
              <a:rPr lang="ko-KR" altLang="ko-KR" sz="1100" dirty="0"/>
              <a:t xml:space="preserve"> </a:t>
            </a:r>
            <a:r>
              <a:rPr lang="ko-KR" altLang="ko-KR" sz="1100" dirty="0" err="1"/>
              <a:t>install</a:t>
            </a:r>
            <a:r>
              <a:rPr lang="ko-KR" altLang="ko-KR" sz="1100" dirty="0"/>
              <a:t xml:space="preserve"> @</a:t>
            </a:r>
            <a:r>
              <a:rPr lang="ko-KR" altLang="ko-KR" sz="1100" dirty="0" err="1"/>
              <a:t>slack</a:t>
            </a:r>
            <a:r>
              <a:rPr lang="ko-KR" altLang="ko-KR" sz="1100" dirty="0"/>
              <a:t>/</a:t>
            </a:r>
            <a:r>
              <a:rPr lang="ko-KR" altLang="ko-KR" sz="1100" dirty="0" err="1"/>
              <a:t>bolt</a:t>
            </a:r>
            <a:r>
              <a:rPr lang="ko-KR" altLang="ko-KR" sz="1100" dirty="0"/>
              <a:t xml:space="preserve">@^4 ② </a:t>
            </a:r>
            <a:r>
              <a:rPr lang="ko-KR" altLang="ko-KR" sz="1100" dirty="0" err="1"/>
              <a:t>pgrep</a:t>
            </a:r>
            <a:r>
              <a:rPr lang="ko-KR" altLang="ko-KR" sz="1100" dirty="0"/>
              <a:t xml:space="preserve"> -</a:t>
            </a:r>
            <a:r>
              <a:rPr lang="ko-KR" altLang="ko-KR" sz="1100" dirty="0" err="1"/>
              <a:t>af</a:t>
            </a:r>
            <a:r>
              <a:rPr lang="ko-KR" altLang="ko-KR" sz="1100" dirty="0"/>
              <a:t xml:space="preserve"> "</a:t>
            </a:r>
            <a:r>
              <a:rPr lang="ko-KR" altLang="ko-KR" sz="1100" dirty="0" err="1"/>
              <a:t>node</a:t>
            </a:r>
            <a:r>
              <a:rPr lang="ko-KR" altLang="ko-KR" sz="1100" dirty="0"/>
              <a:t>.*</a:t>
            </a:r>
            <a:r>
              <a:rPr lang="ko-KR" altLang="ko-KR" sz="1100" dirty="0" err="1"/>
              <a:t>index</a:t>
            </a:r>
            <a:r>
              <a:rPr lang="ko-KR" altLang="ko-KR" sz="1100" dirty="0"/>
              <a:t>\.</a:t>
            </a:r>
            <a:r>
              <a:rPr lang="ko-KR" altLang="ko-KR" sz="1100" dirty="0" err="1"/>
              <a:t>js</a:t>
            </a:r>
            <a:r>
              <a:rPr lang="ko-KR" altLang="ko-KR" sz="1100" dirty="0"/>
              <a:t xml:space="preserve">" → </a:t>
            </a:r>
            <a:r>
              <a:rPr lang="ko-KR" altLang="ko-KR" sz="1100" dirty="0" err="1"/>
              <a:t>pkill</a:t>
            </a:r>
            <a:r>
              <a:rPr lang="ko-KR" altLang="ko-KR" sz="1100" dirty="0"/>
              <a:t xml:space="preserve"> -</a:t>
            </a:r>
            <a:r>
              <a:rPr lang="ko-KR" altLang="ko-KR" sz="1100" dirty="0" err="1"/>
              <a:t>f</a:t>
            </a:r>
            <a:r>
              <a:rPr lang="ko-KR" altLang="ko-KR" sz="1100" dirty="0"/>
              <a:t xml:space="preserve"> "</a:t>
            </a:r>
            <a:r>
              <a:rPr lang="ko-KR" altLang="ko-KR" sz="1100" dirty="0" err="1"/>
              <a:t>node</a:t>
            </a:r>
            <a:r>
              <a:rPr lang="ko-KR" altLang="ko-KR" sz="1100" dirty="0"/>
              <a:t xml:space="preserve"> </a:t>
            </a:r>
            <a:r>
              <a:rPr lang="ko-KR" altLang="ko-KR" sz="1100" dirty="0" err="1"/>
              <a:t>index.js</a:t>
            </a:r>
            <a:r>
              <a:rPr lang="ko-KR" altLang="ko-KR" sz="1100" dirty="0"/>
              <a:t>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tmux-status output is empty after /tmux-connect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840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wrong tmux session number or pane needed    →    Fix: check with tmux list-panes -a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/ weird permission notifications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pattern match limits, or resolved prompt still on screen    →    Fix: /tmux-disconnect then reconnect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30-min monitoring alerts not arriving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/tmux-connect not active, or Claude Code rule isn't writing the file    →    Fix: re-connect + check file mtime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Multi-line messages don't submit in tmux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6172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claude-code's paste UI consumes the first Enter as close    →    Fix: use latest index.js (sends 2 Enters)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Checklist — A to 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in order to start using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109728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Node.js 18+ installed (node --version)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490472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149047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149047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49047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Claude Code login (run 'claude')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883664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188366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57200" y="188366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188366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Slack app at api.slack.com/apps (From scratch)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276856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227685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57200" y="227685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227685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Socket Mode + get and save SLACK_APP_TOKEN (xapp-)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70048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2670048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457200" y="267004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267004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6 Bot Token Scopes (chat:write etc.)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57200" y="306324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920240" y="306324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5 slash commands (/claude, /tmux-connect etc.)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456432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7200" y="345643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57200" y="345643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20240" y="345643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Event Subscriptions (message.channels / .groups / .im / .mpim)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849624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457200" y="384962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57200" y="384962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920240" y="384962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 Workspace + save SLACK_BOT_TOKEN (xoxb-)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4242816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457200" y="424281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57200" y="424281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20240" y="424281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~/claude-slack/src/ on server, place index.js, package.json, .env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4636008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457200" y="4636008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57200" y="4636008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20240" y="4636008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3 tokens into .env (BOT_TOKEN, APP_TOKEN, API_KEY)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457200" y="5029200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57200" y="5029200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920240" y="5029200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cd ~/claude-slack/src &amp;&amp; npm install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5422392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457200" y="5422392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457200" y="5422392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920240" y="5422392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auto-restart: while true; do npm start --prefix ~/claude-slack/src; sleep 5; done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5815584"/>
            <a:ext cx="112471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457200" y="5815584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457200" y="5815584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920240" y="5815584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Slack channel: /invite @Claude Code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6208776"/>
            <a:ext cx="11247120" cy="393192"/>
          </a:xfrm>
          <a:prstGeom prst="rect">
            <a:avLst/>
          </a:prstGeom>
          <a:solidFill>
            <a:srgbClr val="FAFAFA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457200" y="6208776"/>
            <a:ext cx="1280160" cy="3931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7"/>
          <p:cNvSpPr/>
          <p:nvPr/>
        </p:nvSpPr>
        <p:spPr>
          <a:xfrm>
            <a:off x="457200" y="6208776"/>
            <a:ext cx="12801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920240" y="6208776"/>
            <a:ext cx="96012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 Add 30-min monitoring rule to Claude Code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Complete!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fully control Claude Code from Slack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0" y="3108960"/>
            <a:ext cx="4846320" cy="5486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657600" y="31089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Setup Complete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2743200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/claude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· write files · git push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4114800"/>
            <a:ext cx="2743200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33756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/tmux-connect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monitoring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4114800"/>
            <a:ext cx="2743200" cy="16459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0936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 + one-click button reply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98280" y="4114800"/>
            <a:ext cx="2743200" cy="16459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09828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30-min reports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89720" y="489204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auto-posts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hit a problem, see slide 19 (Troubleshooting)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6 — Daily quote auto-send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one quote to the #quote channel 3x a day (07/13/19 KST)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5394960"/>
          </a:xfrm>
          <a:prstGeom prst="rect">
            <a:avLst/>
          </a:prstGeom>
          <a:solidFill>
            <a:srgbClr val="F8F8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scheduler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daily at 07:00 / 13:00 / 19:00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(Korea time), fully automatic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quote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862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quote from a shuffled pool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repeat until pool is used up)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73152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#quote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553212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the daily-quote message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#quote channel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1188720"/>
            <a:ext cx="5303520" cy="5394960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66560" y="1325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66560" y="1737360"/>
            <a:ext cx="49377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repeats within a year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Walks a shuffled pool in order, so one
  full pass (over 1 year) never repeats.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Survives restarts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Saves progress to a file after each send;
  resumes after a crash or redeploy.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quote pool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Uses quotes.json (1540, de-duplicated)
  from a public dataset; no misattribution.
</a:t>
            </a: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Simple setup
</a:t>
            </a: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Create #quote + invite the bot, set the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channel ID, run npm install node-cron.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2793</Words>
  <Application>Microsoft Macintosh PowerPoint</Application>
  <PresentationFormat>와이드스크린</PresentationFormat>
  <Paragraphs>393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+ Slack Integration Manual</dc:title>
  <dc:subject>PptxGenJS Presentation</dc:subject>
  <dc:creator>PptxGenJS</dc:creator>
  <cp:lastModifiedBy>양지원</cp:lastModifiedBy>
  <cp:revision>5</cp:revision>
  <dcterms:created xsi:type="dcterms:W3CDTF">2026-05-16T23:40:21Z</dcterms:created>
  <dcterms:modified xsi:type="dcterms:W3CDTF">2026-05-19T01:13:02Z</dcterms:modified>
</cp:coreProperties>
</file>