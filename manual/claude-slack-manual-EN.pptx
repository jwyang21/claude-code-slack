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update: 2026-05-16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Integration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Step-by-Step Setup Guide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Setup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 Install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Integration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it works first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01752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5216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680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Direct API call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Session connection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5394960" cy="301752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mode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Direct Anthropic API call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 executes Claude's instructions:
   read/write files, run git, run shell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one-shot agent tasks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383280"/>
            <a:ext cx="5394960" cy="301752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mode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Connects to any tmux pane on server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Auto-detects Claude Code permission
   requests + reply via Slack buttons
</a:t>
            </a:r>
            <a:pPr indent="0" marL="0">
              <a:buNone/>
            </a:pPr>
            <a:r>
              <a:rPr lang="en-US" sz="13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Auto-posts 30-min monitoring reports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long-running task monitoring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Prerequisites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these before starting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server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or similar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also works)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8056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node --version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missing, see next slide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05256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and logged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by running 'claude'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Key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1208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workspace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8056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permission required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install apps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05256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bot files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2104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(for tokens)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Install Node.js 18 (if missing)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this slide if node --version shows v18+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Check current version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outdated or missing, run these commands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1124712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4320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Download and install Node.js 18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Make it permanent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PATH=/REAL_PATH/node-v18.20.4-linux-x64/bin:$PATH' &gt;&gt; ~/.bashrc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Verify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success if v18.20.4 is shown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only applies to current terminal. Add to ~/.bashrc for permanent effect.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Create a Slack App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on api.slack.com/apps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2801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api.slack.com/apps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011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New App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743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From scratch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App Name (e.g. Claude Code)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2062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your workspace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937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App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0" y="1280160"/>
            <a:ext cx="4480560" cy="438912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14173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1874520"/>
            <a:ext cx="42062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name can be changed later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workspace admin rights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 app can't be moved to another
   workspace — choose carefully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Free-plan workspaces are fine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Enable Socket Mode &amp; Get App Token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bot connect without an external server URL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Click Socket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Enable Socket Mode → 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Token Name (any name works)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971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566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xapp-... token to a safe place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206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is your SLACK_APP_TOKEN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1188720"/>
            <a:ext cx="4480560" cy="23774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0" y="12801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token format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98080" y="1783080"/>
            <a:ext cx="411480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35240" y="187452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0" y="3749040"/>
            <a:ext cx="4480560" cy="21031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3886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Important!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429768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token is shown only once.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it now and save somewhere safe.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see it again after closing.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Add Bot Token Scopes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in OAuth &amp; Permissions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OAuth &amp; Permissions → Scopes → Bot Token Scopes → Add an OAuth 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scopes to add: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2120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After adding scopes, click [Install to Workspace] or [Reinstall to Workspace] to apply.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Register Slash Commands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(one at a time)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Slash Commands → Create New Command    |    Request URL: https://example.com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228600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22860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 — Claude reads/writes files, runs shell, does git (agent mode)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306324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30632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tmux session (optionally specify session:window.pane)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749040" y="384048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384048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monitoring (the tmux session itself keeps running on server)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49040" y="461772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0" y="46177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keyboard input to the connected tmux pane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749040" y="539496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0" y="53949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tmux screen and post to Slack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Get Bot Token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so the bot can read thread replies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521208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Event Subscriptions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Events → 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 4 events (see below)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Click Save Changes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521208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Get the Bot Token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OAuth &amp; Permissions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2402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Install to Workspace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651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Allow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0632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Copy the xoxb-... token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4747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Save somewhere safe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886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This is SLACK_BOT_TOKEN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4572000"/>
            <a:ext cx="521208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Install the Bot on Your Server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in the server terminal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the folder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~/claude-slack/src &amp;&amp; cd ~/claude-slack/src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Place 3 files (inside src/)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Main bot code (provided with this manual)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Dependency list (see next slide)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1752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Token storage (see next slide)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Install dependencies (run inside src/)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937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install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Verify installation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5989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84 packages, and audited 85 packages in 6s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Create package.json &amp; .env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commands as-is in the terminal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package.json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2743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package.json &lt;&lt; 'EOF'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"claude-slack-bridge",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"commonjs",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 "start": "node index.js"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"@anthropic-ai/sdk": "^0.80.0",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"^3.19.0",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"dotenv": "^16.4.5"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.env (paste tokens)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5029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SLACK_BOT_TOKEN=xoxb-paste-here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SLACK_APP_TOKEN=xapp-paste-here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ANTHROPIC_API_KEY=sk-ant-paste-here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real tokens into .env. ANTHROPIC_API_KEY is created at console.anthropic.com → API Keys.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Run the Bot + Invite to Channel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run + invite the bot to a Slack channel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411480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 — Basic run (for testing)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5486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start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output looks like: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21208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718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577840" cy="411480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B — Auto-restart (recommended)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212080" cy="3383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87452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dedicated tmux session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Auto-restart loop (note: --prefix MUST include src/)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~/claude-slack/src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Invite bot to Slack channel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897880"/>
            <a:ext cx="5486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9893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59436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Run inside your target Slack channel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After these steps, /claude, /tmux-connect and other commands work in Slack.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— Set up 30-min monitoring reports (optional)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Claude Code write work summaries every 30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Claude Code rule like "every 30 minutes write a work summary to /home/jwyang/30-min-report.txt". The bot watches this file and posts updates to Slack automatically. Useful for long-running task monitoring.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bot checks </a:t>
            </a:r>
            <a:pPr indent="0" marL="0">
              <a:buNone/>
            </a:pP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/home/jwyang/30-min-report.txt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mtime every 30 minutes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If mtime changed (= file was rewritten), bot posts the file contents to the Slack thread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active — posts go to the connected thread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Bot records baseline mtime on startup → existing reports are NOT re-sent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Claude Code rule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98348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5074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rule to add to Claude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30 minutes, overwrite /home/jwyang/30-min-report.txt with a summary of the work done so far.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report should include the current time, completed tasks, in-progress tasks, and plan for the next 30 minutes.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file path is defined as MONITORING_REPORT_FILE in index.js. Edit there to use a different path.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— The /claude command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call — reads/writes files, runs git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&lt;your task&gt;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124712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8346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review this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fix the bug and push to main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update the README and push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617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work in the same thread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0292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When the task finishes, </a:t>
            </a:r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 Task] [Exit Session]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buttons appear.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Replying in the thread continues the same conversation context.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Mentioning a file/directory path auto-includes its contents in context.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Default model: </a:t>
            </a:r>
            <a:pPr indent="0" marL="0">
              <a:buNone/>
            </a:pP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claude-opus-4-7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the MODEL constant in index.js)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— /tmux-connect session attachment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tmux pane on the server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your session number on the server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output: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bot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session number (e.g. 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Attach from Slack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64008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52044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  or  /tmux-connect 0:0.1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45643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Optionally specify session:window.pane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events after connecting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auto-detect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Claude Code asks for approval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shows options as buttons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failure warning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 parsing fails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shows Yes/No with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"Could not parse options" warning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reminder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response after 5 minutes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resend the same buttons once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972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monitoring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972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/home/jwyang/30-min-report.txt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changes, contents auto-posted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— Thread commands inside tmux session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from thread replies in the connected thread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doesn't support slash commands inside threads. Type the keywords below as replies instead.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reply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2402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224028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24028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terminal screen → post to Slack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418320" y="224028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0" y="224028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175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301752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01752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Claude Code's /status output (also includes recent pane content before the command)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0" y="301752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64040" y="301752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9476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&lt;question&gt;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566160" y="379476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379476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 question (no terminal context, no file/shell execution)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418320" y="379476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4040" y="379476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what is recursion?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572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/ tab / ctrl-c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66160" y="457200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0" y="457200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special key (e.g. close /status modal, cancel a command)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418320" y="457200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64040" y="457200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34924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53492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Anything else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66160" y="534924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0" y="534924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Forwarded to tmux pane as-is (controls whatever is running there). Multi-line input supported.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418320" y="534924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64040" y="53492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the results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4 — Permission request buttons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Auto-notify when Claude Code asks for approval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asks for approval before running a command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691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detects approval patterns from terminal output (every 3s)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94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receives a notification + option buttons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697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a button sends that option number to tmux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5 min with no response, one reminder is sent (no further reminders for the same prompt)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6858000" cy="2651760"/>
          </a:xfrm>
          <a:prstGeom prst="rect">
            <a:avLst/>
          </a:prstGeom>
          <a:solidFill>
            <a:srgbClr val="F8F8FF"/>
          </a:solidFill>
          <a:ln w="12700">
            <a:solidFill>
              <a:srgbClr val="B0D0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233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649224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52628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1. Yes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0807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Clicking a button forwards to tmux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3931920"/>
            <a:ext cx="4297680" cy="265176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0" y="4023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option parsing fails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0" y="443484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fall back to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Yes / 2. No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"Could not parse options" warning.
</a:t>
            </a:r>
            <a:pPr indent="0" marL="0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[y/N]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-style simple prompts can produce wrong responses with the fallback —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directly in terminal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5 — 30-min monitoring reports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Auto-post progress updates every 30 minutes for long-running tasks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943600" cy="539496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258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24028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30 min, writes a work summary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/home/jwyang/30-min-report.txt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(background)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30 min, checks the file's mtime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(detects if file was updated)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120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(on detect)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55321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file contents as-is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posts to the Slack thread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1188720"/>
            <a:ext cx="5303520" cy="5394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1737360"/>
            <a:ext cx="49377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Mtime-based detection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Watches file changes, not screen text.
  Robust against terminal noise.
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Only posts while /tmux-connect is active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Posts only inside the connected thread.
  Stops automatically on /tmux-disconnect.
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 duplicate posts on bot restart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Records baseline mtime at startup.
  Existing reports are not resent.
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Long reports split automatically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content exceeds Slack's ~3000-char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limit, split into multiple messages.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— Common Issues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here if something goes wrong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npm install missing or run in wrong folder    →    Fix: run npm install inside src/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error code ENOENT (package.json not found)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--prefix path missing src/    →    Fix: include src/ like npm start --prefix ~/claude-slack/src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Slack server disconnect    →    Fix: use auto-restart loop (while true; do npm start; sleep 5; done)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 output is empty after /tmux-connect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wrong tmux session number or pane needed    →    Fix: check with tmux list-panes -a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/ weird permission notifications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pattern match limits, or resolved prompt still on screen    →    Fix: /tmux-disconnect then reconnect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30-min monitoring alerts not arriving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/tmux-connect not active, or Claude Code rule isn't writing the file    →    Fix: re-connect + check file mtime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Multi-line messages don't submit in tmux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claude-code's paste UI consumes the first Enter as close    →    Fix: use latest index.js (sends 2 Enters)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Checklist — A to 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in order to start using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109728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Node.js 18+ installed (node --version)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9047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149047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Claude Code login (run 'claude')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8366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188366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Slack app at api.slack.com/apps (From scratch)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20240" y="227685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+ get and save SLACK_APP_TOKEN (xapp-)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70048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20240" y="267004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6 Bot Token Scopes (chat:write etc.)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20240" y="306324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5 slash commands (/claude, /tmux-connect etc.)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456432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920240" y="345643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Event Subscriptions (message.channels / .groups / .im / .mpim)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3849624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920240" y="384962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save SLACK_BOT_TOKEN (xoxb-)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242816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920240" y="424281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~/claude-slack/src/ on server, place index.js, package.json, .env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636008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20240" y="463600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3 tokens into .env (BOT_TOKEN, APP_TOKEN, API_KEY)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502920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920240" y="502920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cd ~/claude-slack/src &amp;&amp; npm install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542239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920240" y="542239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auto-restart: while true; do npm start --prefix ~/claude-slack/src; sleep 5; done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920240" y="581558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Slack channel: /invite @Claude Code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57200" y="620877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920240" y="620877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 Add 30-min monitoring rule to Claude Code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Complete!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fully control Claude Code from Slack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Setup Complete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2743200" cy="1645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write files · git push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4114800"/>
            <a:ext cx="2743200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2900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monitoring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4114800"/>
            <a:ext cx="2743200" cy="16459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0936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+ one-click button reply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98280" y="4114800"/>
            <a:ext cx="2743200" cy="16459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30-min reports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8972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auto-posts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hit a problem, see slide 19 (Troubleshooting)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Integration Manual</dc:title>
  <dc:subject>PptxGenJS Presentation</dc:subject>
  <dc:creator>PptxGenJS</dc:creator>
  <cp:lastModifiedBy>PptxGenJS</cp:lastModifiedBy>
  <cp:revision>1</cp:revision>
  <dcterms:created xsi:type="dcterms:W3CDTF">2026-05-16T23:40:21Z</dcterms:created>
  <dcterms:modified xsi:type="dcterms:W3CDTF">2026-05-16T23:40:21Z</dcterms:modified>
</cp:coreProperties>
</file>