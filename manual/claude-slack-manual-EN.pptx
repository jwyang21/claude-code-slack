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0" y="2743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A3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update: 2026-04-24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640080" y="214884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Slack Integration Manual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40080" y="2880360"/>
            <a:ext cx="411480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3017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Step-by-step guide from start to finish (Revised)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4480560"/>
            <a:ext cx="14173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448056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App Setup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194560" y="4480560"/>
            <a:ext cx="14173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94560" y="448056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 Server Install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749040" y="4480560"/>
            <a:ext cx="14173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49040" y="448056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tmux Integration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303520" y="4480560"/>
            <a:ext cx="14173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03520" y="448056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Architecture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pieces fit together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463040"/>
            <a:ext cx="1645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463040"/>
            <a:ext cx="164592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(user)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749040" y="1463040"/>
            <a:ext cx="1645920" cy="82296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749040" y="1463040"/>
            <a:ext cx="164592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 Server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040880" y="1051560"/>
            <a:ext cx="1645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040880" y="1051560"/>
            <a:ext cx="164592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040880" y="1920240"/>
            <a:ext cx="1645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040880" y="1920240"/>
            <a:ext cx="164592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tmux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103120" y="1874520"/>
            <a:ext cx="1645920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394960" y="1463040"/>
            <a:ext cx="1645920" cy="41148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394960" y="1874520"/>
            <a:ext cx="1645920" cy="45720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103120" y="1572768"/>
            <a:ext cx="164592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440680" y="1325880"/>
            <a:ext cx="16002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/claude → direct API call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440680" y="2286000"/>
            <a:ext cx="16002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/tmux-connect → attach session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57200" y="3063240"/>
            <a:ext cx="39319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" y="3200400"/>
            <a:ext cx="37490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/claude mode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94360" y="3566160"/>
            <a:ext cx="3749040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Direct Anthropic API call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Bot executes returned instructions: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file read/write, git, shell commands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Best for quick agentic one-off tasks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0" y="3063240"/>
            <a:ext cx="41148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09160" y="3200400"/>
            <a:ext cx="393192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/tmux-connect mode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709160" y="3566160"/>
            <a:ext cx="3931920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Attach to any tmux pane on the server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Auto-detect Claude Code permission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prompts + Slack button reply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Best for monitoring long-running work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0 — Prerequisites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all of these before starting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325880"/>
            <a:ext cx="26974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508760"/>
            <a:ext cx="320040" cy="3200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508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51560" y="1527048"/>
            <a:ext cx="19659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server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2011680"/>
            <a:ext cx="2331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Ubuntu or similar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(Windows WSL works too)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974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29000" y="1508760"/>
            <a:ext cx="320040" cy="3200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508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840480" y="1527048"/>
            <a:ext cx="19659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18+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429000" y="2011680"/>
            <a:ext cx="2331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with node --version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missing, see next slide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035040" y="1325880"/>
            <a:ext cx="26974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17920" y="1508760"/>
            <a:ext cx="320040" cy="3200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17920" y="1508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629400" y="1527048"/>
            <a:ext cx="19659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217920" y="2011680"/>
            <a:ext cx="2331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Installed and logged in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by running claude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3154680"/>
            <a:ext cx="26974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3337560"/>
            <a:ext cx="320040" cy="3200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33375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51560" y="3355848"/>
            <a:ext cx="19659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API key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0080" y="3840480"/>
            <a:ext cx="2331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console.anthropic.com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API Keys → Create Key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246120" y="3154680"/>
            <a:ext cx="26974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29000" y="3337560"/>
            <a:ext cx="320040" cy="3200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429000" y="33375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840480" y="3355848"/>
            <a:ext cx="19659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workspace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429000" y="3840480"/>
            <a:ext cx="2331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privileges required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(for app installation)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035040" y="3154680"/>
            <a:ext cx="26974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17920" y="3337560"/>
            <a:ext cx="320040" cy="3200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217920" y="33375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629400" y="3355848"/>
            <a:ext cx="19659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bot files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217920" y="3840480"/>
            <a:ext cx="2331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index.js / package.json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.env (for secrets)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0-1 — Install Node.js 18 (if needed)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this slide if node --version is already v18+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8016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Check current version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600200"/>
            <a:ext cx="8229600" cy="320040"/>
          </a:xfrm>
          <a:prstGeom prst="rect">
            <a:avLst/>
          </a:prstGeom>
          <a:solidFill>
            <a:srgbClr val="F5F5F5"/>
          </a:solidFill>
          <a:ln w="6350">
            <a:solidFill>
              <a:srgbClr val="D4D4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673352"/>
            <a:ext cx="80467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node --version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205740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If missing or too old, run: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377440"/>
            <a:ext cx="8229600" cy="1417320"/>
          </a:xfrm>
          <a:prstGeom prst="rect">
            <a:avLst/>
          </a:prstGeom>
          <a:solidFill>
            <a:srgbClr val="F5F5F5"/>
          </a:solidFill>
          <a:ln w="6350">
            <a:solidFill>
              <a:srgbClr val="D4D4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450592"/>
            <a:ext cx="8046720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Download and install Node.js 18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-fsSL https://nodejs.org/dist/v18.20.4/node-v18.20.4-linux-x64.tar.xz -o node18.tar.xz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 -xf node18.tar.xz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PATH=$PWD/node-v18.20.4-linux-x64/bin:$PATH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Make it permanent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 'export PATH=/actual/path/node-v18.20.4-linux-x64/bin:$PATH' &gt;&gt; ~/.bashrc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 ~/.bashrc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393192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Verify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4251960"/>
            <a:ext cx="8229600" cy="320040"/>
          </a:xfrm>
          <a:prstGeom prst="rect">
            <a:avLst/>
          </a:prstGeom>
          <a:solidFill>
            <a:srgbClr val="F5F5F5"/>
          </a:solidFill>
          <a:ln w="6350">
            <a:solidFill>
              <a:srgbClr val="D4D4D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4325112"/>
            <a:ext cx="80467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node --version   # should print v18.20.4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4709160"/>
            <a:ext cx="8229600" cy="365760"/>
          </a:xfrm>
          <a:prstGeom prst="rect">
            <a:avLst/>
          </a:prstGeom>
          <a:solidFill>
            <a:srgbClr val="FFF5F5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4709160"/>
            <a:ext cx="80467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export PATH only applies to the current terminal. Append to ~/.bashrc so it persists across sessions.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— Create the Slack App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at api.slack.com/apps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280160"/>
            <a:ext cx="320040" cy="3200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2801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1280160"/>
            <a:ext cx="41148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to api.slack.com/apps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1673352"/>
            <a:ext cx="320040" cy="3200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167335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05840" y="1673352"/>
            <a:ext cx="41148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Create New App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066544"/>
            <a:ext cx="320040" cy="3200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2066544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05840" y="2066544"/>
            <a:ext cx="41148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From scratch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2459736"/>
            <a:ext cx="320040" cy="3200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2459736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05840" y="2459736"/>
            <a:ext cx="41148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App Name (e.g., Claude Code)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2852928"/>
            <a:ext cx="320040" cy="3200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285292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05840" y="2852928"/>
            <a:ext cx="41148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your workspace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48640" y="3246120"/>
            <a:ext cx="320040" cy="3200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32461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05840" y="3246120"/>
            <a:ext cx="41148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Create App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303520" y="1280160"/>
            <a:ext cx="3383280" cy="3383280"/>
          </a:xfrm>
          <a:prstGeom prst="rect">
            <a:avLst/>
          </a:prstGeom>
          <a:solidFill>
            <a:srgbClr val="FAFAFA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40680" y="1417320"/>
            <a:ext cx="31089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440680" y="1783080"/>
            <a:ext cx="310896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App name can be renamed later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Workspace admin access required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Once created, an app cannot be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reused in another workspace —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choose carefully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Free Slack plans work fine too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— Enable Socket Mode &amp; Generate App Token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Lets the bot connect without a public URL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280160"/>
            <a:ext cx="320040" cy="3200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2801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1280160"/>
            <a:ext cx="41148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sidebar → Socket Mode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719072"/>
            <a:ext cx="320040" cy="3200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17190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05840" y="1719072"/>
            <a:ext cx="41148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Toggle Enable Socket Mode → 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157984"/>
            <a:ext cx="320040" cy="3200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2157984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05840" y="2157984"/>
            <a:ext cx="41148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Token Name (any name works)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2596896"/>
            <a:ext cx="320040" cy="3200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2596896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05840" y="2596896"/>
            <a:ext cx="41148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Generate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3035808"/>
            <a:ext cx="320040" cy="3200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303580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05840" y="3035808"/>
            <a:ext cx="41148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the xapp-... token → store safely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005840" y="3273552"/>
            <a:ext cx="4114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This is your SLACK_APP_TOKEN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303520" y="1280160"/>
            <a:ext cx="3383280" cy="1463040"/>
          </a:xfrm>
          <a:prstGeom prst="rect">
            <a:avLst/>
          </a:prstGeom>
          <a:solidFill>
            <a:srgbClr val="F5F5F5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40680" y="1371600"/>
            <a:ext cx="31089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token format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440680" y="1691640"/>
            <a:ext cx="310896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xapp-1-ABCDEFGH12345-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XXXXXXXXXXXXXXXXXXXX-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YYYYYYYYYYYYYYYYYYYY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303520" y="2926080"/>
            <a:ext cx="3383280" cy="1737360"/>
          </a:xfrm>
          <a:prstGeom prst="rect">
            <a:avLst/>
          </a:prstGeom>
          <a:solidFill>
            <a:srgbClr val="FFF5F5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40680" y="3017520"/>
            <a:ext cx="31089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Important!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440680" y="3337560"/>
            <a:ext cx="310896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token is shown only once.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it now and save somewhere safe.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cannot view it again after closing the dialog.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— Add Bot Token Scopes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Configured under OAuth &amp; Permissions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8229600" cy="502920"/>
          </a:xfrm>
          <a:prstGeom prst="rect">
            <a:avLst/>
          </a:prstGeom>
          <a:solidFill>
            <a:srgbClr val="FAFAFA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280160"/>
            <a:ext cx="80467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sidebar → OAuth &amp; Permissions → Scopes → Bot Token Scopes → Add an OAuth Scope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92024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Scopes to add (6 total):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331720"/>
            <a:ext cx="402336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331720"/>
            <a:ext cx="402336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chat:write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63440" y="2331720"/>
            <a:ext cx="402336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3440" y="2331720"/>
            <a:ext cx="402336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commands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834640"/>
            <a:ext cx="402336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834640"/>
            <a:ext cx="402336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channels:history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663440" y="2834640"/>
            <a:ext cx="402336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63440" y="2834640"/>
            <a:ext cx="402336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groups:history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3337560"/>
            <a:ext cx="402336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3337560"/>
            <a:ext cx="402336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im:history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663440" y="3337560"/>
            <a:ext cx="402336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663440" y="3337560"/>
            <a:ext cx="402336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mpim:history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4206240"/>
            <a:ext cx="8229600" cy="502920"/>
          </a:xfrm>
          <a:prstGeom prst="rect">
            <a:avLst/>
          </a:prstGeom>
          <a:solidFill>
            <a:srgbClr val="FFF5F5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" y="4206240"/>
            <a:ext cx="80467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After adding scopes, click [Install to Workspace] or [Reinstall to Workspace] to apply them.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 — Register Slash Commands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Slash Commands → Create New Command (repeat for each)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8229600" cy="457200"/>
          </a:xfrm>
          <a:prstGeom prst="rect">
            <a:avLst/>
          </a:prstGeom>
          <a:solidFill>
            <a:srgbClr val="FAFAFA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280160"/>
            <a:ext cx="804672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sidebar → Slash Commands → Create New Command    |    Request URL: https://example.com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920240"/>
            <a:ext cx="2926080" cy="45720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920240"/>
            <a:ext cx="292608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83280" y="1920240"/>
            <a:ext cx="5303520" cy="45720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83280" y="1920240"/>
            <a:ext cx="530352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Description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377440"/>
            <a:ext cx="29260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2377440"/>
            <a:ext cx="278892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/claude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383280" y="2377440"/>
            <a:ext cx="53035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20440" y="2377440"/>
            <a:ext cx="51206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API call — Claude executes file/shell/git tasks (agentic)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834640"/>
            <a:ext cx="2926080" cy="457200"/>
          </a:xfrm>
          <a:prstGeom prst="rect">
            <a:avLst/>
          </a:prstGeom>
          <a:solidFill>
            <a:srgbClr val="FAFAFA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2834640"/>
            <a:ext cx="278892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/tmux-connect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383280" y="2834640"/>
            <a:ext cx="5303520" cy="457200"/>
          </a:xfrm>
          <a:prstGeom prst="rect">
            <a:avLst/>
          </a:prstGeom>
          <a:solidFill>
            <a:srgbClr val="FAFAFA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520440" y="2834640"/>
            <a:ext cx="51206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to a tmux session (optionally session:window.pane)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291840"/>
            <a:ext cx="29260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" y="3291840"/>
            <a:ext cx="278892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/tmux-disconnect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383280" y="3291840"/>
            <a:ext cx="53035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520440" y="3291840"/>
            <a:ext cx="51206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monitoring (tmux session itself keeps running)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3749040"/>
            <a:ext cx="2926080" cy="457200"/>
          </a:xfrm>
          <a:prstGeom prst="rect">
            <a:avLst/>
          </a:prstGeom>
          <a:solidFill>
            <a:srgbClr val="FAFAFA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" y="3749040"/>
            <a:ext cx="278892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/tmux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383280" y="3749040"/>
            <a:ext cx="5303520" cy="457200"/>
          </a:xfrm>
          <a:prstGeom prst="rect">
            <a:avLst/>
          </a:prstGeom>
          <a:solidFill>
            <a:srgbClr val="FAFAFA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20440" y="3749040"/>
            <a:ext cx="51206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keystrokes to the attached tmux pane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4206240"/>
            <a:ext cx="29260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" y="4206240"/>
            <a:ext cx="278892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/tmux-status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383280" y="4206240"/>
            <a:ext cx="53035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20440" y="4206240"/>
            <a:ext cx="51206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current tmux screen and post to Slack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 &amp; 6 — Event Subscriptions + Generate Bot Token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for the bot to see thread replies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402336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417320"/>
            <a:ext cx="37490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 — Event Subscriptions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94360" y="1783080"/>
            <a:ext cx="37490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Click Event Subscriptions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4360" y="2194560"/>
            <a:ext cx="37490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Toggle Enable Events → ON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" y="2606040"/>
            <a:ext cx="37490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Request URL: https://example.com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94360" y="3017520"/>
            <a:ext cx="37490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Subscribe to bot events →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Add Bot User Event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94360" y="3429000"/>
            <a:ext cx="37490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Add 4 events (shown below)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94360" y="3840480"/>
            <a:ext cx="37490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 Click Save Changes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4754880"/>
            <a:ext cx="4023360" cy="365760"/>
          </a:xfrm>
          <a:prstGeom prst="rect">
            <a:avLst/>
          </a:prstGeom>
          <a:solidFill>
            <a:srgbClr val="F5F5F5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" y="4754880"/>
            <a:ext cx="37490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message.channels   message.groups   message.im   message.mpim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663440" y="1280160"/>
            <a:ext cx="402336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00600" y="1417320"/>
            <a:ext cx="37490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 — Generate Bot Token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800600" y="1783080"/>
            <a:ext cx="37490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Click OAuth &amp; Permissions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00600" y="2194560"/>
            <a:ext cx="37490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Click Install to Workspace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00600" y="2606040"/>
            <a:ext cx="37490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Click Allow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800600" y="3017520"/>
            <a:ext cx="37490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Copy the xoxb-... token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800600" y="3429000"/>
            <a:ext cx="37490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Store somewhere safe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800600" y="3840480"/>
            <a:ext cx="37490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 → This is your SLACK_BOT_TOKEN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663440" y="4754880"/>
            <a:ext cx="4023360" cy="365760"/>
          </a:xfrm>
          <a:prstGeom prst="rect">
            <a:avLst/>
          </a:prstGeom>
          <a:solidFill>
            <a:srgbClr val="F5F5F5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00600" y="4754880"/>
            <a:ext cx="37490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xoxb-XXXXXXXXXXXX-XXXXXXXXXXXX-XXXXXXXXXXXXXXXXXXXXXXXX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7 — Install the Bot on Your Server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these on the server terminal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8016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Create the folder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600200"/>
            <a:ext cx="8229600" cy="320040"/>
          </a:xfrm>
          <a:prstGeom prst="rect">
            <a:avLst/>
          </a:prstGeom>
          <a:solidFill>
            <a:srgbClr val="F5F5F5"/>
          </a:solidFill>
          <a:ln w="6350">
            <a:solidFill>
              <a:srgbClr val="D4D4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673352"/>
            <a:ext cx="80467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mkdir ~/claude-slack &amp;&amp; cd ~/claude-slack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205740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Place three files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2377440"/>
            <a:ext cx="1828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index.js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560320" y="2377440"/>
            <a:ext cx="5943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main bot code (provided with this manual)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2697480"/>
            <a:ext cx="1828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package.json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560320" y="2697480"/>
            <a:ext cx="5943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dependency list (see next slide)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017520"/>
            <a:ext cx="1828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.env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560320" y="3017520"/>
            <a:ext cx="5943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token storage (see next slide)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Install dependencies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3794760"/>
            <a:ext cx="8229600" cy="320040"/>
          </a:xfrm>
          <a:prstGeom prst="rect">
            <a:avLst/>
          </a:prstGeom>
          <a:solidFill>
            <a:srgbClr val="F5F5F5"/>
          </a:solidFill>
          <a:ln w="6350">
            <a:solidFill>
              <a:srgbClr val="D4D4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3867912"/>
            <a:ext cx="80467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install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425196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Confirm installation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4572000"/>
            <a:ext cx="8229600" cy="502920"/>
          </a:xfrm>
          <a:prstGeom prst="rect">
            <a:avLst/>
          </a:prstGeom>
          <a:solidFill>
            <a:srgbClr val="F5F5F5"/>
          </a:solidFill>
          <a:ln w="6350">
            <a:solidFill>
              <a:srgbClr val="D4D4D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4645152"/>
            <a:ext cx="80467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added 217 packages, and audited 218 packages in 10s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found 0 vulnerabilities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7-1 — Create package.json &amp; .env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commands below as-is in your terminal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8016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package.json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600200"/>
            <a:ext cx="8229600" cy="2057400"/>
          </a:xfrm>
          <a:prstGeom prst="rect">
            <a:avLst/>
          </a:prstGeom>
          <a:solidFill>
            <a:srgbClr val="F5F5F5"/>
          </a:solidFill>
          <a:ln w="6350">
            <a:solidFill>
              <a:srgbClr val="D4D4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673352"/>
            <a:ext cx="8046720" cy="1911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 &gt; package.json &lt;&lt; 'EOF'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"name": "claude-slack-bridge",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"version": "1.0.0",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"type": "commonjs",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"scripts": { "start": "node index.js" },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"dependencies": 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"@anthropic-ai/sdk": "^0.80.0",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"@slack/bolt": "^3.19.0",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"dotenv": "^16.4.5"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EOF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.env (fill in your tokens)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069080"/>
            <a:ext cx="8229600" cy="685800"/>
          </a:xfrm>
          <a:prstGeom prst="rect">
            <a:avLst/>
          </a:prstGeom>
          <a:solidFill>
            <a:srgbClr val="F5F5F5"/>
          </a:solidFill>
          <a:ln w="6350">
            <a:solidFill>
              <a:srgbClr val="D4D4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4142232"/>
            <a:ext cx="804672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SLACK_BOT_TOKEN=xoxb-paste-here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SLACK_APP_TOKEN=xapp-paste-here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ANTHROPIC_API_KEY=sk-ant-paste-here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484632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your real tokens into .env. Get ANTHROPIC_API_KEY from console.anthropic.com → API Keys.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8 &amp; 9 — Run the Bot + Invite It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run options + add the bot to a Slack channel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34440"/>
            <a:ext cx="393192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A — Basic run (for testing)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3931920" cy="365760"/>
          </a:xfrm>
          <a:prstGeom prst="rect">
            <a:avLst/>
          </a:prstGeom>
          <a:solidFill>
            <a:srgbClr val="F5F5F5"/>
          </a:solidFill>
          <a:ln w="6350">
            <a:solidFill>
              <a:srgbClr val="D4D4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62763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~/claude-slack &amp;&amp; npm start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2011680"/>
            <a:ext cx="393192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success you'll see: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331720"/>
            <a:ext cx="3931920" cy="640080"/>
          </a:xfrm>
          <a:prstGeom prst="rect">
            <a:avLst/>
          </a:prstGeom>
          <a:solidFill>
            <a:srgbClr val="F5F5F5"/>
          </a:solidFill>
          <a:ln w="6350">
            <a:solidFill>
              <a:srgbClr val="D4D4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404872"/>
            <a:ext cx="3749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↔ Slack running!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[INFO] Now connected to Slack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754880" y="1234440"/>
            <a:ext cx="393192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 — Auto-restart (recommended)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754880" y="1554480"/>
            <a:ext cx="3931920" cy="1417320"/>
          </a:xfrm>
          <a:prstGeom prst="rect">
            <a:avLst/>
          </a:prstGeom>
          <a:solidFill>
            <a:srgbClr val="F5F5F5"/>
          </a:solidFill>
          <a:ln w="6350">
            <a:solidFill>
              <a:srgbClr val="D4D4D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46320" y="1627632"/>
            <a:ext cx="3749040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Create a dedicated tmux session for the bot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tmux new-session -s slack-bot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Run with auto-restart loop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 true; do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npm start --prefix ~/claude-slack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sleep 5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done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320040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333756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9 — Invite the Bot to a Slack Channel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3749040"/>
            <a:ext cx="3931920" cy="365760"/>
          </a:xfrm>
          <a:prstGeom prst="rect">
            <a:avLst/>
          </a:prstGeom>
          <a:solidFill>
            <a:srgbClr val="F5F5F5"/>
          </a:solidFill>
          <a:ln w="6350">
            <a:solidFill>
              <a:srgbClr val="D4D4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382219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/invite @Claude Code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0" y="3749040"/>
            <a:ext cx="41148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Run this inside the Slack channel you want to use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4434840"/>
            <a:ext cx="8229600" cy="548640"/>
          </a:xfrm>
          <a:prstGeom prst="rect">
            <a:avLst/>
          </a:prstGeom>
          <a:solidFill>
            <a:srgbClr val="FAFAFA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" y="4434840"/>
            <a:ext cx="80467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Once this is done, you can use /claude, /tmux-connect, and the other commands from Slack.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1 — The /claude Command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Anthropic API call — file read/write/git tasks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8016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600200"/>
            <a:ext cx="8229600" cy="365760"/>
          </a:xfrm>
          <a:prstGeom prst="rect">
            <a:avLst/>
          </a:prstGeom>
          <a:solidFill>
            <a:srgbClr val="F5F5F5"/>
          </a:solidFill>
          <a:ln w="6350">
            <a:solidFill>
              <a:srgbClr val="D4D4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673352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/claude &lt;task description&gt;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10312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423160"/>
            <a:ext cx="8229600" cy="1051560"/>
          </a:xfrm>
          <a:prstGeom prst="rect">
            <a:avLst/>
          </a:prstGeom>
          <a:solidFill>
            <a:srgbClr val="F5F5F5"/>
          </a:solidFill>
          <a:ln w="6350">
            <a:solidFill>
              <a:srgbClr val="D4D4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496312"/>
            <a:ext cx="804672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/claude /path/to/project review the code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/claude /path/to/file.py fix the bug and push to main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/claude /path/to/repo update README.md and push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361188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Continue in a thread after completion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94360" y="3977640"/>
            <a:ext cx="1828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2960" y="3977640"/>
            <a:ext cx="77724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task finishes, [New Task] and [Exit Session] buttons appear.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94360" y="4297680"/>
            <a:ext cx="1828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2960" y="4297680"/>
            <a:ext cx="77724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Reply in the thread to continue the same conversation with full context.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94360" y="4617720"/>
            <a:ext cx="1828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22960" y="4617720"/>
            <a:ext cx="77724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include a path, the file/directory is read automatically and added to context.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2 — /tmux-connect Session Attachment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Slack to any tmux pane on the server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3444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— Find the session number on the server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3840480" cy="822960"/>
          </a:xfrm>
          <a:prstGeom prst="rect">
            <a:avLst/>
          </a:prstGeom>
          <a:solidFill>
            <a:srgbClr val="F5F5F5"/>
          </a:solidFill>
          <a:ln w="6350">
            <a:solidFill>
              <a:srgbClr val="D4D4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627632"/>
            <a:ext cx="3657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tmux ls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Example output: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0: Claude Code    # 1: bot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480560" y="1691640"/>
            <a:ext cx="420624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the session index you want</a:t>
            </a:r>
            <a:endParaRPr lang="en-US" sz="1100" dirty="0"/>
          </a:p>
          <a:p>
            <a:pPr algn="l" indent="0" marL="0">
              <a:buNone/>
            </a:pPr>
            <a:r>
              <a:rPr lang="en-US" sz="1100" i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attach to (e.g., 0)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251460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— Attach from a Slack channel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834640"/>
            <a:ext cx="3840480" cy="365760"/>
          </a:xfrm>
          <a:prstGeom prst="rect">
            <a:avLst/>
          </a:prstGeom>
          <a:solidFill>
            <a:srgbClr val="F5F5F5"/>
          </a:solidFill>
          <a:ln w="6350">
            <a:solidFill>
              <a:srgbClr val="D4D4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90779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/tmux-connect 0  OR  /tmux-connect 0:0.1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480560" y="2834640"/>
            <a:ext cx="42062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Optionally specify session:window.pane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2900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52044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runs automatically after attaching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858768"/>
            <a:ext cx="2679192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3858768"/>
            <a:ext cx="2679192" cy="457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3995928"/>
            <a:ext cx="2404872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Auto-detect permission requests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94360" y="4361688"/>
            <a:ext cx="2404872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Claude Code asks for approval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buttons are posted in Slack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227832" y="3858768"/>
            <a:ext cx="2679192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27832" y="3858768"/>
            <a:ext cx="2679192" cy="457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64992" y="3995928"/>
            <a:ext cx="2404872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parsing fallback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364992" y="4361688"/>
            <a:ext cx="2404872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options can't be parsed reliably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default Yes/No buttons with a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"Could not parse options" warning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998464" y="3858768"/>
            <a:ext cx="2679192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98464" y="3858768"/>
            <a:ext cx="2679192" cy="457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135624" y="3995928"/>
            <a:ext cx="2404872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Unanswered reminders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135624" y="4361688"/>
            <a:ext cx="2404872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permission stays unanswered &gt;5 min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the same buttons are resent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(auto-stops if you reply in the terminal)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3 — In-thread tmux Commands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the session by replying inside the thread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8229600" cy="411480"/>
          </a:xfrm>
          <a:prstGeom prst="rect">
            <a:avLst/>
          </a:prstGeom>
          <a:solidFill>
            <a:srgbClr val="FAFAFA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280160"/>
            <a:ext cx="804672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doesn't allow slash commands inside threads. Type the text below as a thread reply instead.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874520"/>
            <a:ext cx="2194560" cy="45720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874520"/>
            <a:ext cx="21945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reply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651760" y="1874520"/>
            <a:ext cx="4023360" cy="45720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51760" y="1874520"/>
            <a:ext cx="40233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675120" y="1874520"/>
            <a:ext cx="2011680" cy="45720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0" y="1874520"/>
            <a:ext cx="201168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2331720"/>
            <a:ext cx="219456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" y="2331720"/>
            <a:ext cx="192024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tmux-status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2651760" y="2331720"/>
            <a:ext cx="402336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88920" y="2331720"/>
            <a:ext cx="374904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current terminal screen → post to Slack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675120" y="2331720"/>
            <a:ext cx="201168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12280" y="2331720"/>
            <a:ext cx="173736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57200" y="2926080"/>
            <a:ext cx="2194560" cy="594360"/>
          </a:xfrm>
          <a:prstGeom prst="rect">
            <a:avLst/>
          </a:prstGeom>
          <a:solidFill>
            <a:srgbClr val="FAFAFA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" y="2926080"/>
            <a:ext cx="192024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2651760" y="2926080"/>
            <a:ext cx="4023360" cy="594360"/>
          </a:xfrm>
          <a:prstGeom prst="rect">
            <a:avLst/>
          </a:prstGeom>
          <a:solidFill>
            <a:srgbClr val="FAFAFA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88920" y="2926080"/>
            <a:ext cx="374904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Claude Code's /status output (also includes recent tmux output preceding the command)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675120" y="2926080"/>
            <a:ext cx="2011680" cy="594360"/>
          </a:xfrm>
          <a:prstGeom prst="rect">
            <a:avLst/>
          </a:prstGeom>
          <a:solidFill>
            <a:srgbClr val="FAFAFA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12280" y="2926080"/>
            <a:ext cx="173736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57200" y="3520440"/>
            <a:ext cx="219456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" y="3520440"/>
            <a:ext cx="192024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? &lt;question&gt;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2651760" y="3520440"/>
            <a:ext cx="402336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788920" y="3520440"/>
            <a:ext cx="374904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Anthropic API query (no terminal context, no file/shell execution)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675120" y="3520440"/>
            <a:ext cx="201168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12280" y="3520440"/>
            <a:ext cx="173736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5252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? what is recursion?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57200" y="4114800"/>
            <a:ext cx="2194560" cy="594360"/>
          </a:xfrm>
          <a:prstGeom prst="rect">
            <a:avLst/>
          </a:prstGeom>
          <a:solidFill>
            <a:srgbClr val="FAFAFA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" y="4114800"/>
            <a:ext cx="192024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other text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2651760" y="4114800"/>
            <a:ext cx="4023360" cy="594360"/>
          </a:xfrm>
          <a:prstGeom prst="rect">
            <a:avLst/>
          </a:prstGeom>
          <a:solidFill>
            <a:srgbClr val="FAFAFA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788920" y="4114800"/>
            <a:ext cx="374904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Forwarded as-is into the tmux session (command for whatever is running there)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675120" y="4114800"/>
            <a:ext cx="2011680" cy="594360"/>
          </a:xfrm>
          <a:prstGeom prst="rect">
            <a:avLst/>
          </a:prstGeom>
          <a:solidFill>
            <a:srgbClr val="FAFAFA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812280" y="4114800"/>
            <a:ext cx="173736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5252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summarize the experiment results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4 — Permission Request Buttons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Auto-notify in Slack when Claude Code asks for approval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280160"/>
            <a:ext cx="320040" cy="3200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2801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1280160"/>
            <a:ext cx="40233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asks for approval before running a new command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1737360"/>
            <a:ext cx="320040" cy="3200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17373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05840" y="1737360"/>
            <a:ext cx="40233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 detects the prompt pattern in terminal output (every 3s)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2194560"/>
            <a:ext cx="320040" cy="3200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21945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05840" y="2194560"/>
            <a:ext cx="40233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 alert + buttons posted to Slack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2651760"/>
            <a:ext cx="320040" cy="3200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2651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05840" y="2651760"/>
            <a:ext cx="40233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click, the chosen option number is sent to tmux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3108960"/>
            <a:ext cx="320040" cy="3200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31089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05840" y="3108960"/>
            <a:ext cx="40233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unanswered, a reminder is resent every 5 minutes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212080" y="1280160"/>
            <a:ext cx="347472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49240" y="1371600"/>
            <a:ext cx="32004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Claude is requesting permission: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349240" y="1691640"/>
            <a:ext cx="3200400" cy="685800"/>
          </a:xfrm>
          <a:prstGeom prst="rect">
            <a:avLst/>
          </a:prstGeom>
          <a:solidFill>
            <a:srgbClr val="F5F5F5"/>
          </a:solidFill>
          <a:ln w="6350">
            <a:solidFill>
              <a:srgbClr val="D4D4D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40680" y="1764792"/>
            <a:ext cx="301752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 you want to proceed?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1. Yes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2. No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212080" y="2606040"/>
            <a:ext cx="3474720" cy="36576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212080" y="2606040"/>
            <a:ext cx="34747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Yes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212080" y="3063240"/>
            <a:ext cx="3474720" cy="36576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212080" y="3063240"/>
            <a:ext cx="34747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Yes, don't ask again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212080" y="3520440"/>
            <a:ext cx="3474720" cy="3657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212080" y="3520440"/>
            <a:ext cx="34747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No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212080" y="3977640"/>
            <a:ext cx="347472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A click is forwarded to tmux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57200" y="4572000"/>
            <a:ext cx="8229600" cy="502920"/>
          </a:xfrm>
          <a:prstGeom prst="rect">
            <a:avLst/>
          </a:prstGeom>
          <a:solidFill>
            <a:srgbClr val="FFF5F5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" y="4572000"/>
            <a:ext cx="80467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If option parsing fails, the buttons fall back to 1. Yes / 2. No (with a "Could not parse options" warning).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Troubleshooting — Common Issues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something breaks, start here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82296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45720" cy="6400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325880"/>
            <a:ext cx="78638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SyntaxError: Unexpected token {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1600200"/>
            <a:ext cx="78638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Cause: Node.js version too old (12 or lower)    →    Fix: Check node --version, upgrade to Node 18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1993392"/>
            <a:ext cx="82296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1993392"/>
            <a:ext cx="45720" cy="6400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039112"/>
            <a:ext cx="78638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Cannot find module '@anthropic-ai/sdk'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2313432"/>
            <a:ext cx="78638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Cause: npm install skipped, or installed with old Node    →    Fix: rm -rf node_modules &amp;&amp; npm install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2706624"/>
            <a:ext cx="82296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2706624"/>
            <a:ext cx="45720" cy="6400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752344"/>
            <a:ext cx="78638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Unhandled event 'server explicit disconnect'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0080" y="3026664"/>
            <a:ext cx="78638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Cause: Slack server connection dropped (unstable network)    →    Fix: Use auto-restart loop (while true; do npm start; sleep 5; done)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3419856"/>
            <a:ext cx="82296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3419856"/>
            <a:ext cx="45720" cy="6400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465576"/>
            <a:ext cx="78638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tmux-status shows an empty screen after /tmux-connect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0080" y="3739896"/>
            <a:ext cx="78638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Cause: Wrong tmux session index or pane needs specifying    →    Fix: Run tmux list-panes -a to find the correct session:window.pane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4133088"/>
            <a:ext cx="82296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4133088"/>
            <a:ext cx="45720" cy="6400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178808"/>
            <a:ext cx="78638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Permission alerts never arrive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0080" y="4453128"/>
            <a:ext cx="78638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Cause: awaitingPermission flag stuck at true from a prior request    →    Fix: Run /tmux-disconnect then /tmux-connect to reset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Checklist — A to Z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each item in order to finish setup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61872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234440"/>
            <a:ext cx="7772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0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554480" y="1234440"/>
            <a:ext cx="2926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Node.js 18+ is installed (node --version)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1581912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1554480"/>
            <a:ext cx="7772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0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554480" y="1554480"/>
            <a:ext cx="2926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Claude Code is logged in (run claude)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1901952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49808" y="1874520"/>
            <a:ext cx="7772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554480" y="1874520"/>
            <a:ext cx="2926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Slack app at api.slack.com/apps (From scratch)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221992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9808" y="2194560"/>
            <a:ext cx="7772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554480" y="2194560"/>
            <a:ext cx="2926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Socket Mode + generate and save SLACK_APP_TOKEN (xapp-)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2542032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9808" y="2514600"/>
            <a:ext cx="7772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554480" y="2514600"/>
            <a:ext cx="2926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6 Bot Token Scopes (chat:write, etc.)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2862072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9808" y="2834640"/>
            <a:ext cx="7772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554480" y="2834640"/>
            <a:ext cx="2926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5 slash commands (/claude, /tmux-connect, ...)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3182112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49808" y="3154680"/>
            <a:ext cx="7772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1554480" y="3154680"/>
            <a:ext cx="2926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4 Event Subscriptions (message.channels / .groups / .im / .mpim)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617720" y="1261872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10328" y="1234440"/>
            <a:ext cx="7772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715000" y="1234440"/>
            <a:ext cx="2926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to Workspace + save SLACK_BOT_TOKEN (xoxb-)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17720" y="1581912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910328" y="1554480"/>
            <a:ext cx="7772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7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715000" y="1554480"/>
            <a:ext cx="2926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folder on server with index.js, package.json, .env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617720" y="1901952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910328" y="1874520"/>
            <a:ext cx="7772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7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715000" y="1874520"/>
            <a:ext cx="2926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all 3 tokens into .env (BOT_TOKEN, APP_TOKEN, API_KEY)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617720" y="2221992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910328" y="2194560"/>
            <a:ext cx="7772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8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715000" y="2194560"/>
            <a:ext cx="2926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npm install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617720" y="2542032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910328" y="2514600"/>
            <a:ext cx="7772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9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5715000" y="2514600"/>
            <a:ext cx="2926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npm start in a tmux session with auto-restart loop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617720" y="2862072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910328" y="2834640"/>
            <a:ext cx="7772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10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5715000" y="2834640"/>
            <a:ext cx="2926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/invite @Claude Code inside a Slack channel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Complete!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now control Claude Code entirely from Slack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463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Setup Complete</a:t>
            </a:r>
            <a:endParaRPr lang="en-US" sz="4800" dirty="0"/>
          </a:p>
        </p:txBody>
      </p:sp>
      <p:sp>
        <p:nvSpPr>
          <p:cNvPr id="7" name="Shape 5"/>
          <p:cNvSpPr/>
          <p:nvPr/>
        </p:nvSpPr>
        <p:spPr>
          <a:xfrm>
            <a:off x="457200" y="2651760"/>
            <a:ext cx="39776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651760"/>
            <a:ext cx="54864" cy="7315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724912"/>
            <a:ext cx="3657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/claude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3017520"/>
            <a:ext cx="3657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read · write · git push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17720" y="2651760"/>
            <a:ext cx="39776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17720" y="2651760"/>
            <a:ext cx="54864" cy="7315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00600" y="2724912"/>
            <a:ext cx="3657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/tmux-connect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00600" y="3017520"/>
            <a:ext cx="3657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session monitoring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566160"/>
            <a:ext cx="39776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3566160"/>
            <a:ext cx="54864" cy="7315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3639312"/>
            <a:ext cx="3657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Permission requests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3931920"/>
            <a:ext cx="3657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Auto-detected + one-click button reply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617720" y="3566160"/>
            <a:ext cx="39776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17720" y="3566160"/>
            <a:ext cx="54864" cy="7315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00600" y="3639312"/>
            <a:ext cx="3657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Reminders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800600" y="3931920"/>
            <a:ext cx="3657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Auto-resent after 5 min of no response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hit issues, see Slide 17 (Troubleshooting)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Claude Code + Slack Integration Manual</dc:title>
  <dc:subject>PptxGenJS Presentation</dc:subject>
  <dc:creator>PptxGenJS</dc:creator>
  <cp:lastModifiedBy>PptxGenJS</cp:lastModifiedBy>
  <cp:revision>1</cp:revision>
  <dcterms:created xsi:type="dcterms:W3CDTF">2026-04-24T06:10:34Z</dcterms:created>
  <dcterms:modified xsi:type="dcterms:W3CDTF">2026-04-24T06:10:34Z</dcterms:modified>
</cp:coreProperties>
</file>